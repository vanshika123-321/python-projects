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9" r:id="rId19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8E8E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3350" y="133350"/>
            <a:ext cx="11887200" cy="6591300"/>
          </a:xfrm>
          <a:custGeom>
            <a:avLst/>
            <a:gdLst/>
            <a:ahLst/>
            <a:cxnLst/>
            <a:rect l="l" t="t" r="r" b="b"/>
            <a:pathLst>
              <a:path w="11887200" h="6591300">
                <a:moveTo>
                  <a:pt x="0" y="6591300"/>
                </a:moveTo>
                <a:lnTo>
                  <a:pt x="11887200" y="6591300"/>
                </a:lnTo>
                <a:lnTo>
                  <a:pt x="11887200" y="0"/>
                </a:lnTo>
                <a:lnTo>
                  <a:pt x="0" y="0"/>
                </a:lnTo>
                <a:lnTo>
                  <a:pt x="0" y="6591300"/>
                </a:lnTo>
                <a:close/>
              </a:path>
            </a:pathLst>
          </a:custGeom>
          <a:ln w="19050">
            <a:solidFill>
              <a:srgbClr val="8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96050"/>
            <a:ext cx="12163425" cy="361950"/>
          </a:xfrm>
          <a:custGeom>
            <a:avLst/>
            <a:gdLst/>
            <a:ahLst/>
            <a:cxnLst/>
            <a:rect l="l" t="t" r="r" b="b"/>
            <a:pathLst>
              <a:path w="12163425" h="361950">
                <a:moveTo>
                  <a:pt x="12163425" y="0"/>
                </a:moveTo>
                <a:lnTo>
                  <a:pt x="0" y="0"/>
                </a:lnTo>
                <a:lnTo>
                  <a:pt x="0" y="361950"/>
                </a:lnTo>
                <a:lnTo>
                  <a:pt x="12163425" y="361950"/>
                </a:lnTo>
                <a:lnTo>
                  <a:pt x="12163425" y="0"/>
                </a:lnTo>
                <a:close/>
              </a:path>
            </a:pathLst>
          </a:custGeom>
          <a:solidFill>
            <a:srgbClr val="8FA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57200" y="40957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52412" y="0"/>
                </a:moveTo>
                <a:lnTo>
                  <a:pt x="207039" y="4067"/>
                </a:lnTo>
                <a:lnTo>
                  <a:pt x="164335" y="15793"/>
                </a:lnTo>
                <a:lnTo>
                  <a:pt x="125013" y="34464"/>
                </a:lnTo>
                <a:lnTo>
                  <a:pt x="89784" y="59365"/>
                </a:lnTo>
                <a:lnTo>
                  <a:pt x="59362" y="89784"/>
                </a:lnTo>
                <a:lnTo>
                  <a:pt x="34460" y="125005"/>
                </a:lnTo>
                <a:lnTo>
                  <a:pt x="15791" y="164316"/>
                </a:lnTo>
                <a:lnTo>
                  <a:pt x="4066" y="207001"/>
                </a:lnTo>
                <a:lnTo>
                  <a:pt x="0" y="252349"/>
                </a:lnTo>
                <a:lnTo>
                  <a:pt x="4066" y="297733"/>
                </a:lnTo>
                <a:lnTo>
                  <a:pt x="15791" y="340449"/>
                </a:lnTo>
                <a:lnTo>
                  <a:pt x="34460" y="379781"/>
                </a:lnTo>
                <a:lnTo>
                  <a:pt x="59362" y="415019"/>
                </a:lnTo>
                <a:lnTo>
                  <a:pt x="89784" y="445448"/>
                </a:lnTo>
                <a:lnTo>
                  <a:pt x="125013" y="470356"/>
                </a:lnTo>
                <a:lnTo>
                  <a:pt x="164335" y="489030"/>
                </a:lnTo>
                <a:lnTo>
                  <a:pt x="207039" y="500757"/>
                </a:lnTo>
                <a:lnTo>
                  <a:pt x="252412" y="504825"/>
                </a:lnTo>
                <a:lnTo>
                  <a:pt x="297785" y="500757"/>
                </a:lnTo>
                <a:lnTo>
                  <a:pt x="340489" y="489030"/>
                </a:lnTo>
                <a:lnTo>
                  <a:pt x="379811" y="470356"/>
                </a:lnTo>
                <a:lnTo>
                  <a:pt x="415040" y="445448"/>
                </a:lnTo>
                <a:lnTo>
                  <a:pt x="445462" y="415019"/>
                </a:lnTo>
                <a:lnTo>
                  <a:pt x="470364" y="379781"/>
                </a:lnTo>
                <a:lnTo>
                  <a:pt x="489033" y="340449"/>
                </a:lnTo>
                <a:lnTo>
                  <a:pt x="500758" y="297733"/>
                </a:lnTo>
                <a:lnTo>
                  <a:pt x="504825" y="252349"/>
                </a:lnTo>
                <a:lnTo>
                  <a:pt x="500758" y="207001"/>
                </a:lnTo>
                <a:lnTo>
                  <a:pt x="489033" y="164316"/>
                </a:lnTo>
                <a:lnTo>
                  <a:pt x="470364" y="125005"/>
                </a:lnTo>
                <a:lnTo>
                  <a:pt x="445462" y="89784"/>
                </a:lnTo>
                <a:lnTo>
                  <a:pt x="415040" y="59365"/>
                </a:lnTo>
                <a:lnTo>
                  <a:pt x="379811" y="34464"/>
                </a:lnTo>
                <a:lnTo>
                  <a:pt x="340489" y="15793"/>
                </a:lnTo>
                <a:lnTo>
                  <a:pt x="297785" y="4067"/>
                </a:lnTo>
                <a:lnTo>
                  <a:pt x="252412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8E8E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3350" y="133350"/>
            <a:ext cx="11887200" cy="6591300"/>
          </a:xfrm>
          <a:custGeom>
            <a:avLst/>
            <a:gdLst/>
            <a:ahLst/>
            <a:cxnLst/>
            <a:rect l="l" t="t" r="r" b="b"/>
            <a:pathLst>
              <a:path w="11887200" h="6591300">
                <a:moveTo>
                  <a:pt x="0" y="6591300"/>
                </a:moveTo>
                <a:lnTo>
                  <a:pt x="11887200" y="6591300"/>
                </a:lnTo>
                <a:lnTo>
                  <a:pt x="11887200" y="0"/>
                </a:lnTo>
                <a:lnTo>
                  <a:pt x="0" y="0"/>
                </a:lnTo>
                <a:lnTo>
                  <a:pt x="0" y="6591300"/>
                </a:lnTo>
                <a:close/>
              </a:path>
            </a:pathLst>
          </a:custGeom>
          <a:ln w="19050">
            <a:solidFill>
              <a:srgbClr val="8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96050"/>
            <a:ext cx="12163425" cy="361950"/>
          </a:xfrm>
          <a:custGeom>
            <a:avLst/>
            <a:gdLst/>
            <a:ahLst/>
            <a:cxnLst/>
            <a:rect l="l" t="t" r="r" b="b"/>
            <a:pathLst>
              <a:path w="12163425" h="361950">
                <a:moveTo>
                  <a:pt x="12163425" y="0"/>
                </a:moveTo>
                <a:lnTo>
                  <a:pt x="0" y="0"/>
                </a:lnTo>
                <a:lnTo>
                  <a:pt x="0" y="361950"/>
                </a:lnTo>
                <a:lnTo>
                  <a:pt x="12163425" y="361950"/>
                </a:lnTo>
                <a:lnTo>
                  <a:pt x="12163425" y="0"/>
                </a:lnTo>
                <a:close/>
              </a:path>
            </a:pathLst>
          </a:custGeom>
          <a:solidFill>
            <a:srgbClr val="8FA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57200" y="40957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52412" y="0"/>
                </a:moveTo>
                <a:lnTo>
                  <a:pt x="207039" y="4067"/>
                </a:lnTo>
                <a:lnTo>
                  <a:pt x="164335" y="15793"/>
                </a:lnTo>
                <a:lnTo>
                  <a:pt x="125013" y="34464"/>
                </a:lnTo>
                <a:lnTo>
                  <a:pt x="89784" y="59365"/>
                </a:lnTo>
                <a:lnTo>
                  <a:pt x="59362" y="89784"/>
                </a:lnTo>
                <a:lnTo>
                  <a:pt x="34460" y="125005"/>
                </a:lnTo>
                <a:lnTo>
                  <a:pt x="15791" y="164316"/>
                </a:lnTo>
                <a:lnTo>
                  <a:pt x="4066" y="207001"/>
                </a:lnTo>
                <a:lnTo>
                  <a:pt x="0" y="252349"/>
                </a:lnTo>
                <a:lnTo>
                  <a:pt x="4066" y="297733"/>
                </a:lnTo>
                <a:lnTo>
                  <a:pt x="15791" y="340449"/>
                </a:lnTo>
                <a:lnTo>
                  <a:pt x="34460" y="379781"/>
                </a:lnTo>
                <a:lnTo>
                  <a:pt x="59362" y="415019"/>
                </a:lnTo>
                <a:lnTo>
                  <a:pt x="89784" y="445448"/>
                </a:lnTo>
                <a:lnTo>
                  <a:pt x="125013" y="470356"/>
                </a:lnTo>
                <a:lnTo>
                  <a:pt x="164335" y="489030"/>
                </a:lnTo>
                <a:lnTo>
                  <a:pt x="207039" y="500757"/>
                </a:lnTo>
                <a:lnTo>
                  <a:pt x="252412" y="504825"/>
                </a:lnTo>
                <a:lnTo>
                  <a:pt x="297785" y="500757"/>
                </a:lnTo>
                <a:lnTo>
                  <a:pt x="340489" y="489030"/>
                </a:lnTo>
                <a:lnTo>
                  <a:pt x="379811" y="470356"/>
                </a:lnTo>
                <a:lnTo>
                  <a:pt x="415040" y="445448"/>
                </a:lnTo>
                <a:lnTo>
                  <a:pt x="445462" y="415019"/>
                </a:lnTo>
                <a:lnTo>
                  <a:pt x="470364" y="379781"/>
                </a:lnTo>
                <a:lnTo>
                  <a:pt x="489033" y="340449"/>
                </a:lnTo>
                <a:lnTo>
                  <a:pt x="500758" y="297733"/>
                </a:lnTo>
                <a:lnTo>
                  <a:pt x="504825" y="252349"/>
                </a:lnTo>
                <a:lnTo>
                  <a:pt x="500758" y="207001"/>
                </a:lnTo>
                <a:lnTo>
                  <a:pt x="489033" y="164316"/>
                </a:lnTo>
                <a:lnTo>
                  <a:pt x="470364" y="125005"/>
                </a:lnTo>
                <a:lnTo>
                  <a:pt x="445462" y="89784"/>
                </a:lnTo>
                <a:lnTo>
                  <a:pt x="415040" y="59365"/>
                </a:lnTo>
                <a:lnTo>
                  <a:pt x="379811" y="34464"/>
                </a:lnTo>
                <a:lnTo>
                  <a:pt x="340489" y="15793"/>
                </a:lnTo>
                <a:lnTo>
                  <a:pt x="297785" y="4067"/>
                </a:lnTo>
                <a:lnTo>
                  <a:pt x="252412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3350" y="133350"/>
            <a:ext cx="11887200" cy="6591300"/>
          </a:xfrm>
          <a:custGeom>
            <a:avLst/>
            <a:gdLst/>
            <a:ahLst/>
            <a:cxnLst/>
            <a:rect l="l" t="t" r="r" b="b"/>
            <a:pathLst>
              <a:path w="11887200" h="6591300">
                <a:moveTo>
                  <a:pt x="0" y="6591300"/>
                </a:moveTo>
                <a:lnTo>
                  <a:pt x="11887200" y="6591300"/>
                </a:lnTo>
                <a:lnTo>
                  <a:pt x="11887200" y="0"/>
                </a:lnTo>
                <a:lnTo>
                  <a:pt x="0" y="0"/>
                </a:lnTo>
                <a:lnTo>
                  <a:pt x="0" y="6591300"/>
                </a:lnTo>
                <a:close/>
              </a:path>
            </a:pathLst>
          </a:custGeom>
          <a:ln w="19050">
            <a:solidFill>
              <a:srgbClr val="8FAC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96050"/>
            <a:ext cx="12163425" cy="361950"/>
          </a:xfrm>
          <a:custGeom>
            <a:avLst/>
            <a:gdLst/>
            <a:ahLst/>
            <a:cxnLst/>
            <a:rect l="l" t="t" r="r" b="b"/>
            <a:pathLst>
              <a:path w="12163425" h="361950">
                <a:moveTo>
                  <a:pt x="12163425" y="0"/>
                </a:moveTo>
                <a:lnTo>
                  <a:pt x="0" y="0"/>
                </a:lnTo>
                <a:lnTo>
                  <a:pt x="0" y="361950"/>
                </a:lnTo>
                <a:lnTo>
                  <a:pt x="12163425" y="361950"/>
                </a:lnTo>
                <a:lnTo>
                  <a:pt x="12163425" y="0"/>
                </a:lnTo>
                <a:close/>
              </a:path>
            </a:pathLst>
          </a:custGeom>
          <a:solidFill>
            <a:srgbClr val="8FA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5532" y="423799"/>
            <a:ext cx="6067425" cy="426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9812" y="1396936"/>
            <a:ext cx="5449570" cy="3018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8E8E8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07657" y="6554254"/>
            <a:ext cx="497395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3825"/>
            <a:ext cx="12163425" cy="6734175"/>
            <a:chOff x="0" y="123825"/>
            <a:chExt cx="12163425" cy="6734175"/>
          </a:xfrm>
        </p:grpSpPr>
        <p:sp>
          <p:nvSpPr>
            <p:cNvPr id="3" name="object 3"/>
            <p:cNvSpPr/>
            <p:nvPr/>
          </p:nvSpPr>
          <p:spPr>
            <a:xfrm>
              <a:off x="133350" y="133350"/>
              <a:ext cx="11887200" cy="6591300"/>
            </a:xfrm>
            <a:custGeom>
              <a:avLst/>
              <a:gdLst/>
              <a:ahLst/>
              <a:cxnLst/>
              <a:rect l="l" t="t" r="r" b="b"/>
              <a:pathLst>
                <a:path w="11887200" h="6591300">
                  <a:moveTo>
                    <a:pt x="0" y="6591300"/>
                  </a:moveTo>
                  <a:lnTo>
                    <a:pt x="11887200" y="6591300"/>
                  </a:lnTo>
                  <a:lnTo>
                    <a:pt x="11887200" y="0"/>
                  </a:lnTo>
                  <a:lnTo>
                    <a:pt x="0" y="0"/>
                  </a:lnTo>
                  <a:lnTo>
                    <a:pt x="0" y="6591300"/>
                  </a:lnTo>
                  <a:close/>
                </a:path>
              </a:pathLst>
            </a:custGeom>
            <a:ln w="19050">
              <a:solidFill>
                <a:srgbClr val="8FAC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6496050"/>
              <a:ext cx="12163425" cy="361950"/>
            </a:xfrm>
            <a:custGeom>
              <a:avLst/>
              <a:gdLst/>
              <a:ahLst/>
              <a:cxnLst/>
              <a:rect l="l" t="t" r="r" b="b"/>
              <a:pathLst>
                <a:path w="12163425" h="361950">
                  <a:moveTo>
                    <a:pt x="1216342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2163425" y="361950"/>
                  </a:lnTo>
                  <a:lnTo>
                    <a:pt x="12163425" y="0"/>
                  </a:lnTo>
                  <a:close/>
                </a:path>
              </a:pathLst>
            </a:custGeom>
            <a:solidFill>
              <a:srgbClr val="8FAC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488434" y="608965"/>
            <a:ext cx="3194050" cy="130810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ctr" marL="12065" marR="5080" indent="-8255">
              <a:lnSpc>
                <a:spcPct val="102400"/>
              </a:lnSpc>
              <a:spcBef>
                <a:spcPts val="50"/>
              </a:spcBef>
            </a:pPr>
            <a:r>
              <a:rPr dirty="0" sz="2750"/>
              <a:t>Experiential</a:t>
            </a:r>
            <a:r>
              <a:rPr dirty="0" sz="2750" spc="114"/>
              <a:t> </a:t>
            </a:r>
            <a:r>
              <a:rPr dirty="0" sz="2750" spc="-10"/>
              <a:t>Learning </a:t>
            </a:r>
            <a:r>
              <a:rPr dirty="0" sz="2750"/>
              <a:t>Project</a:t>
            </a:r>
            <a:r>
              <a:rPr dirty="0" sz="2750" spc="200"/>
              <a:t> </a:t>
            </a:r>
            <a:r>
              <a:rPr dirty="0" sz="2750"/>
              <a:t>Assessment-</a:t>
            </a:r>
            <a:r>
              <a:rPr dirty="0" sz="2750" spc="-25"/>
              <a:t>II on</a:t>
            </a:r>
            <a:endParaRPr sz="2750"/>
          </a:p>
        </p:txBody>
      </p:sp>
      <p:sp>
        <p:nvSpPr>
          <p:cNvPr id="6" name="object 6"/>
          <p:cNvSpPr txBox="1"/>
          <p:nvPr/>
        </p:nvSpPr>
        <p:spPr>
          <a:xfrm>
            <a:off x="3052826" y="2073910"/>
            <a:ext cx="6071235" cy="1127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ts val="2865"/>
              </a:lnSpc>
              <a:spcBef>
                <a:spcPts val="105"/>
              </a:spcBef>
            </a:pP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"Personal</a:t>
            </a:r>
            <a:r>
              <a:rPr dirty="0" sz="2400" spc="-11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Expense</a:t>
            </a:r>
            <a:r>
              <a:rPr dirty="0" sz="2400" spc="-55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313CC"/>
                </a:solidFill>
                <a:latin typeface="Calibri"/>
                <a:cs typeface="Calibri"/>
              </a:rPr>
              <a:t>Tracker"</a:t>
            </a:r>
            <a:endParaRPr sz="2400">
              <a:latin typeface="Calibri"/>
              <a:cs typeface="Calibri"/>
            </a:endParaRPr>
          </a:p>
          <a:p>
            <a:pPr algn="ctr" marR="1905">
              <a:lnSpc>
                <a:spcPts val="2865"/>
              </a:lnSpc>
            </a:pP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under</a:t>
            </a:r>
            <a:r>
              <a:rPr dirty="0" sz="2400" spc="-4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the</a:t>
            </a:r>
            <a:r>
              <a:rPr dirty="0" sz="2400" spc="-2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313CC"/>
                </a:solidFill>
                <a:latin typeface="Calibri"/>
                <a:cs typeface="Calibri"/>
              </a:rPr>
              <a:t>course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Python</a:t>
            </a:r>
            <a:r>
              <a:rPr dirty="0" sz="2400" spc="-7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Programming</a:t>
            </a:r>
            <a:r>
              <a:rPr dirty="0" sz="2400" spc="-7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313CC"/>
                </a:solidFill>
                <a:latin typeface="Calibri"/>
                <a:cs typeface="Calibri"/>
              </a:rPr>
              <a:t>Language</a:t>
            </a:r>
            <a:r>
              <a:rPr dirty="0" sz="2400" spc="-60" b="1">
                <a:solidFill>
                  <a:srgbClr val="1313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313CC"/>
                </a:solidFill>
                <a:latin typeface="Calibri"/>
                <a:cs typeface="Calibri"/>
              </a:rPr>
              <a:t>(N-PCCCM304P)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 descr="/home/claude/deck/logo_extract-00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4580" y="3429000"/>
            <a:ext cx="1002689" cy="10464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2335" y="3646106"/>
            <a:ext cx="2134870" cy="828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Calibri"/>
                <a:cs typeface="Calibri"/>
              </a:rPr>
              <a:t>Presented</a:t>
            </a:r>
            <a:r>
              <a:rPr dirty="0" sz="2000" spc="-11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By: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1950"/>
              </a:lnSpc>
              <a:spcBef>
                <a:spcPts val="70"/>
              </a:spcBef>
            </a:pPr>
            <a:r>
              <a:rPr dirty="0" sz="1550" b="1">
                <a:latin typeface="Calibri"/>
                <a:cs typeface="Calibri"/>
              </a:rPr>
              <a:t>Vanshika</a:t>
            </a:r>
            <a:r>
              <a:rPr dirty="0" sz="1550" spc="25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Vijay</a:t>
            </a:r>
            <a:r>
              <a:rPr dirty="0" sz="1550" spc="6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Kharwade </a:t>
            </a:r>
            <a:r>
              <a:rPr dirty="0" sz="1550" b="1">
                <a:latin typeface="Calibri"/>
                <a:cs typeface="Calibri"/>
              </a:rPr>
              <a:t>Roll</a:t>
            </a:r>
            <a:r>
              <a:rPr dirty="0" sz="1550" spc="60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No.</a:t>
            </a:r>
            <a:r>
              <a:rPr dirty="0" sz="1550" spc="20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CM25061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5335" y="3475291"/>
            <a:ext cx="217678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13055" marR="5080" indent="-300990">
              <a:lnSpc>
                <a:spcPct val="100800"/>
              </a:lnSpc>
              <a:spcBef>
                <a:spcPts val="85"/>
              </a:spcBef>
            </a:pPr>
            <a:r>
              <a:rPr dirty="0" sz="1800" b="1">
                <a:latin typeface="Calibri"/>
                <a:cs typeface="Calibri"/>
              </a:rPr>
              <a:t>Under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Guidance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of </a:t>
            </a:r>
            <a:r>
              <a:rPr dirty="0" sz="1800" b="1">
                <a:latin typeface="Calibri"/>
                <a:cs typeface="Calibri"/>
              </a:rPr>
              <a:t>Mrs.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Mayuri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Getme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2404" y="4851717"/>
            <a:ext cx="8240395" cy="11569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Calibri"/>
                <a:cs typeface="Calibri"/>
              </a:rPr>
              <a:t>Session: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2026-</a:t>
            </a:r>
            <a:r>
              <a:rPr dirty="0" sz="2000" b="1">
                <a:latin typeface="Calibri"/>
                <a:cs typeface="Calibri"/>
              </a:rPr>
              <a:t>27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(ODD)</a:t>
            </a:r>
            <a:endParaRPr sz="2000">
              <a:latin typeface="Calibri"/>
              <a:cs typeface="Calibri"/>
            </a:endParaRPr>
          </a:p>
          <a:p>
            <a:pPr marL="2897505">
              <a:lnSpc>
                <a:spcPts val="2035"/>
              </a:lnSpc>
              <a:spcBef>
                <a:spcPts val="5"/>
              </a:spcBef>
            </a:pPr>
            <a:r>
              <a:rPr dirty="0" sz="1700">
                <a:latin typeface="Calibri"/>
                <a:cs typeface="Calibri"/>
              </a:rPr>
              <a:t>Department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CSE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(AI&amp;ML)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dirty="0" sz="2000">
                <a:latin typeface="Calibri"/>
                <a:cs typeface="Calibri"/>
              </a:rPr>
              <a:t>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B.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JAIN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INSTITUTE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RESEARCH,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NAGPUR</a:t>
            </a:r>
            <a:endParaRPr sz="200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</a:pP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Autonomous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Institute,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Affiliated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RTMNU,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Nagpur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-90"/>
              <a:t> </a:t>
            </a:r>
            <a:r>
              <a:rPr dirty="0" spc="-10"/>
              <a:t>Statement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90"/>
              <a:t> </a:t>
            </a:r>
            <a:r>
              <a:rPr dirty="0" spc="-10"/>
              <a:t>Objective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2450" y="1190625"/>
            <a:ext cx="5295900" cy="36195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dirty="0" sz="17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194" y="1718373"/>
            <a:ext cx="5330190" cy="11303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Develop</a:t>
            </a:r>
            <a:r>
              <a:rPr dirty="0" sz="1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8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python-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based</a:t>
            </a:r>
            <a:r>
              <a:rPr dirty="0" sz="18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dirty="0" sz="18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allows</a:t>
            </a:r>
            <a:r>
              <a:rPr dirty="0" sz="1800" spc="-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track</a:t>
            </a:r>
            <a:r>
              <a:rPr dirty="0" sz="1800" spc="-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dirty="0" sz="18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daily</a:t>
            </a:r>
            <a:r>
              <a:rPr dirty="0" sz="1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expenses,</a:t>
            </a:r>
            <a:r>
              <a:rPr dirty="0" sz="1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categorize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 them,</a:t>
            </a:r>
            <a:r>
              <a:rPr dirty="0" sz="1800" spc="-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generate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monthly</a:t>
            </a:r>
            <a:r>
              <a:rPr dirty="0" sz="1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reports</a:t>
            </a:r>
            <a:r>
              <a:rPr dirty="0" sz="18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8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visual</a:t>
            </a:r>
            <a:r>
              <a:rPr dirty="0" sz="18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format</a:t>
            </a:r>
            <a:r>
              <a:rPr dirty="0" sz="1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dirty="0" sz="18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libraries</a:t>
            </a:r>
            <a:r>
              <a:rPr dirty="0" sz="18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333333"/>
                </a:solidFill>
                <a:latin typeface="Calibri"/>
                <a:cs typeface="Calibri"/>
              </a:rPr>
              <a:t>like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Matplotlib</a:t>
            </a:r>
            <a:r>
              <a:rPr dirty="0" sz="18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Seaborn.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9825" y="1190625"/>
            <a:ext cx="5391150" cy="36195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295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1359" y="1708086"/>
            <a:ext cx="4318635" cy="24657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55600" marR="74295" indent="-343535">
              <a:lnSpc>
                <a:spcPct val="1008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Develop</a:t>
            </a:r>
            <a:r>
              <a:rPr dirty="0" sz="1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Python-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based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expense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 tracking application.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categorize</a:t>
            </a:r>
            <a:r>
              <a:rPr dirty="0" sz="1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daily</a:t>
            </a:r>
            <a:r>
              <a:rPr dirty="0" sz="1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expenses.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Store</a:t>
            </a:r>
            <a:r>
              <a:rPr dirty="0" sz="1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manage</a:t>
            </a:r>
            <a:r>
              <a:rPr dirty="0" sz="1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18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dirty="0" sz="1800" spc="-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CSV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files.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View</a:t>
            </a:r>
            <a:r>
              <a:rPr dirty="0" sz="18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800" spc="-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calculate</a:t>
            </a:r>
            <a:r>
              <a:rPr dirty="0" sz="18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monthly</a:t>
            </a:r>
            <a:r>
              <a:rPr dirty="0" sz="18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expenses.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Generate</a:t>
            </a:r>
            <a:r>
              <a:rPr dirty="0" sz="1800" spc="-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category-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wise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expense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 reports.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Visualize</a:t>
            </a:r>
            <a:r>
              <a:rPr dirty="0" sz="18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spending</a:t>
            </a:r>
            <a:r>
              <a:rPr dirty="0" sz="1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dirty="0" sz="1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Matplotlib</a:t>
            </a:r>
            <a:r>
              <a:rPr dirty="0" sz="18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Calibri"/>
                <a:cs typeface="Calibri"/>
              </a:rPr>
              <a:t>charts.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14425" y="1114425"/>
            <a:ext cx="609600" cy="5210175"/>
            <a:chOff x="1114425" y="1114425"/>
            <a:chExt cx="609600" cy="5210175"/>
          </a:xfrm>
        </p:grpSpPr>
        <p:sp>
          <p:nvSpPr>
            <p:cNvPr id="5" name="object 5"/>
            <p:cNvSpPr/>
            <p:nvPr/>
          </p:nvSpPr>
          <p:spPr>
            <a:xfrm>
              <a:off x="1419225" y="1419225"/>
              <a:ext cx="0" cy="4610100"/>
            </a:xfrm>
            <a:custGeom>
              <a:avLst/>
              <a:gdLst/>
              <a:ahLst/>
              <a:cxnLst/>
              <a:rect l="l" t="t" r="r" b="b"/>
              <a:pathLst>
                <a:path w="0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ln w="38100">
              <a:solidFill>
                <a:srgbClr val="9BC5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4425" y="1114425"/>
              <a:ext cx="609600" cy="52101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54074" y="1274762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09191" y="1258315"/>
            <a:ext cx="1642110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Start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program.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074" y="1851723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9191" y="1834451"/>
            <a:ext cx="36029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Create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dirty="0" sz="17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load</a:t>
            </a:r>
            <a:r>
              <a:rPr dirty="0" sz="1700" spc="-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expense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data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file</a:t>
            </a:r>
            <a:r>
              <a:rPr dirty="0" sz="1700" spc="-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(CSV).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074" y="2428557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9191" y="2411412"/>
            <a:ext cx="46316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45">
                <a:solidFill>
                  <a:srgbClr val="212121"/>
                </a:solidFill>
                <a:latin typeface="Calibri"/>
                <a:cs typeface="Calibri"/>
              </a:rPr>
              <a:t>Take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user</a:t>
            </a:r>
            <a:r>
              <a:rPr dirty="0" sz="1700" spc="-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input:</a:t>
            </a:r>
            <a:r>
              <a:rPr dirty="0" sz="1700" spc="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date,</a:t>
            </a:r>
            <a:r>
              <a:rPr dirty="0" sz="17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category,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amount,</a:t>
            </a:r>
            <a:r>
              <a:rPr dirty="0" sz="17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description.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074" y="3005391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09191" y="2988373"/>
            <a:ext cx="410019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Append</a:t>
            </a:r>
            <a:r>
              <a:rPr dirty="0" sz="17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new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expense</a:t>
            </a:r>
            <a:r>
              <a:rPr dirty="0" sz="17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entry</a:t>
            </a:r>
            <a:r>
              <a:rPr dirty="0" sz="17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dirty="0" sz="17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dataset.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074" y="3582352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9191" y="3565207"/>
            <a:ext cx="494347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Perform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required</a:t>
            </a:r>
            <a:r>
              <a:rPr dirty="0" sz="17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operation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—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Add, 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View,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 or</a:t>
            </a:r>
            <a:r>
              <a:rPr dirty="0" sz="17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Report.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4074" y="4159186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9191" y="4142041"/>
            <a:ext cx="485203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Group</a:t>
            </a:r>
            <a:r>
              <a:rPr dirty="0" sz="17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aggregate</a:t>
            </a:r>
            <a:r>
              <a:rPr dirty="0" sz="1700" spc="-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expenses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by</a:t>
            </a:r>
            <a:r>
              <a:rPr dirty="0" sz="17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category</a:t>
            </a:r>
            <a:r>
              <a:rPr dirty="0" sz="1700" spc="-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7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month.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074" y="4736147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9191" y="4719002"/>
            <a:ext cx="441261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Generate</a:t>
            </a:r>
            <a:r>
              <a:rPr dirty="0" sz="17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visual</a:t>
            </a:r>
            <a:r>
              <a:rPr dirty="0" sz="1700" spc="-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charts</a:t>
            </a:r>
            <a:r>
              <a:rPr dirty="0" sz="1700" spc="-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using</a:t>
            </a:r>
            <a:r>
              <a:rPr dirty="0" sz="17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Matplotlib</a:t>
            </a:r>
            <a:r>
              <a:rPr dirty="0" sz="17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dirty="0" sz="17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Seaborn.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4074" y="5313108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9191" y="5295836"/>
            <a:ext cx="402272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Display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monthly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report</a:t>
            </a:r>
            <a:r>
              <a:rPr dirty="0" sz="1700" spc="-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700" spc="-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save</a:t>
            </a:r>
            <a:r>
              <a:rPr dirty="0" sz="17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7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data.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4074" y="5889942"/>
            <a:ext cx="127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09191" y="5872797"/>
            <a:ext cx="161417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Stop</a:t>
            </a:r>
            <a:r>
              <a:rPr dirty="0" sz="17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212121"/>
                </a:solidFill>
                <a:latin typeface="Calibri"/>
                <a:cs typeface="Calibri"/>
              </a:rPr>
              <a:t>the </a:t>
            </a:r>
            <a:r>
              <a:rPr dirty="0" sz="1700" spc="-10">
                <a:solidFill>
                  <a:srgbClr val="212121"/>
                </a:solidFill>
                <a:latin typeface="Calibri"/>
                <a:cs typeface="Calibri"/>
              </a:rPr>
              <a:t>program.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Flowchart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32226" y="1046225"/>
            <a:ext cx="5499100" cy="546100"/>
            <a:chOff x="3332226" y="1046225"/>
            <a:chExt cx="5499100" cy="546100"/>
          </a:xfrm>
        </p:grpSpPr>
        <p:sp>
          <p:nvSpPr>
            <p:cNvPr id="5" name="object 5"/>
            <p:cNvSpPr/>
            <p:nvPr/>
          </p:nvSpPr>
          <p:spPr>
            <a:xfrm>
              <a:off x="3338576" y="1052575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5412740" y="0"/>
                  </a:moveTo>
                  <a:lnTo>
                    <a:pt x="73533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3"/>
                  </a:lnTo>
                  <a:lnTo>
                    <a:pt x="0" y="459739"/>
                  </a:lnTo>
                  <a:lnTo>
                    <a:pt x="5774" y="488394"/>
                  </a:lnTo>
                  <a:lnTo>
                    <a:pt x="21526" y="511809"/>
                  </a:lnTo>
                  <a:lnTo>
                    <a:pt x="44898" y="527605"/>
                  </a:lnTo>
                  <a:lnTo>
                    <a:pt x="73533" y="533400"/>
                  </a:lnTo>
                  <a:lnTo>
                    <a:pt x="5412740" y="533400"/>
                  </a:lnTo>
                  <a:lnTo>
                    <a:pt x="5441394" y="527605"/>
                  </a:lnTo>
                  <a:lnTo>
                    <a:pt x="5464810" y="511810"/>
                  </a:lnTo>
                  <a:lnTo>
                    <a:pt x="5480605" y="488394"/>
                  </a:lnTo>
                  <a:lnTo>
                    <a:pt x="5486400" y="459739"/>
                  </a:lnTo>
                  <a:lnTo>
                    <a:pt x="5486400" y="73533"/>
                  </a:lnTo>
                  <a:lnTo>
                    <a:pt x="5480605" y="44898"/>
                  </a:lnTo>
                  <a:lnTo>
                    <a:pt x="5464809" y="21526"/>
                  </a:lnTo>
                  <a:lnTo>
                    <a:pt x="5441394" y="5774"/>
                  </a:lnTo>
                  <a:lnTo>
                    <a:pt x="541274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38576" y="1052575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0" y="73533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3" y="0"/>
                  </a:lnTo>
                  <a:lnTo>
                    <a:pt x="5412740" y="0"/>
                  </a:lnTo>
                  <a:lnTo>
                    <a:pt x="5441394" y="5774"/>
                  </a:lnTo>
                  <a:lnTo>
                    <a:pt x="5464809" y="21526"/>
                  </a:lnTo>
                  <a:lnTo>
                    <a:pt x="5480605" y="44898"/>
                  </a:lnTo>
                  <a:lnTo>
                    <a:pt x="5486400" y="73533"/>
                  </a:lnTo>
                  <a:lnTo>
                    <a:pt x="5486400" y="459739"/>
                  </a:lnTo>
                  <a:lnTo>
                    <a:pt x="5480605" y="488394"/>
                  </a:lnTo>
                  <a:lnTo>
                    <a:pt x="5464810" y="511810"/>
                  </a:lnTo>
                  <a:lnTo>
                    <a:pt x="5441394" y="527605"/>
                  </a:lnTo>
                  <a:lnTo>
                    <a:pt x="5412740" y="533400"/>
                  </a:lnTo>
                  <a:lnTo>
                    <a:pt x="73533" y="533400"/>
                  </a:lnTo>
                  <a:lnTo>
                    <a:pt x="44898" y="527605"/>
                  </a:lnTo>
                  <a:lnTo>
                    <a:pt x="21526" y="511809"/>
                  </a:lnTo>
                  <a:lnTo>
                    <a:pt x="5774" y="488394"/>
                  </a:lnTo>
                  <a:lnTo>
                    <a:pt x="0" y="459739"/>
                  </a:lnTo>
                  <a:lnTo>
                    <a:pt x="0" y="73533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899150" y="1179766"/>
            <a:ext cx="3721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32226" y="1581150"/>
            <a:ext cx="5499100" cy="3850004"/>
            <a:chOff x="3332226" y="1581150"/>
            <a:chExt cx="5499100" cy="3850004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1581150"/>
              <a:ext cx="76200" cy="1143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38576" y="1700276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5414137" y="0"/>
                  </a:moveTo>
                  <a:lnTo>
                    <a:pt x="72136" y="0"/>
                  </a:lnTo>
                  <a:lnTo>
                    <a:pt x="44041" y="5663"/>
                  </a:lnTo>
                  <a:lnTo>
                    <a:pt x="21113" y="21113"/>
                  </a:lnTo>
                  <a:lnTo>
                    <a:pt x="5663" y="44041"/>
                  </a:lnTo>
                  <a:lnTo>
                    <a:pt x="0" y="72136"/>
                  </a:lnTo>
                  <a:lnTo>
                    <a:pt x="0" y="451612"/>
                  </a:lnTo>
                  <a:lnTo>
                    <a:pt x="5663" y="479726"/>
                  </a:lnTo>
                  <a:lnTo>
                    <a:pt x="21113" y="502697"/>
                  </a:lnTo>
                  <a:lnTo>
                    <a:pt x="44041" y="518191"/>
                  </a:lnTo>
                  <a:lnTo>
                    <a:pt x="72136" y="523875"/>
                  </a:lnTo>
                  <a:lnTo>
                    <a:pt x="5414137" y="523875"/>
                  </a:lnTo>
                  <a:lnTo>
                    <a:pt x="5442251" y="518191"/>
                  </a:lnTo>
                  <a:lnTo>
                    <a:pt x="5465222" y="502697"/>
                  </a:lnTo>
                  <a:lnTo>
                    <a:pt x="5480716" y="479726"/>
                  </a:lnTo>
                  <a:lnTo>
                    <a:pt x="5486400" y="451612"/>
                  </a:lnTo>
                  <a:lnTo>
                    <a:pt x="5486400" y="72136"/>
                  </a:lnTo>
                  <a:lnTo>
                    <a:pt x="5480716" y="44041"/>
                  </a:lnTo>
                  <a:lnTo>
                    <a:pt x="5465222" y="21113"/>
                  </a:lnTo>
                  <a:lnTo>
                    <a:pt x="5442251" y="5663"/>
                  </a:lnTo>
                  <a:lnTo>
                    <a:pt x="5414137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38576" y="1700276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0" y="72136"/>
                  </a:moveTo>
                  <a:lnTo>
                    <a:pt x="5663" y="44041"/>
                  </a:lnTo>
                  <a:lnTo>
                    <a:pt x="21113" y="21113"/>
                  </a:lnTo>
                  <a:lnTo>
                    <a:pt x="44041" y="5663"/>
                  </a:lnTo>
                  <a:lnTo>
                    <a:pt x="72136" y="0"/>
                  </a:lnTo>
                  <a:lnTo>
                    <a:pt x="5414137" y="0"/>
                  </a:lnTo>
                  <a:lnTo>
                    <a:pt x="5442251" y="5663"/>
                  </a:lnTo>
                  <a:lnTo>
                    <a:pt x="5465222" y="21113"/>
                  </a:lnTo>
                  <a:lnTo>
                    <a:pt x="5480716" y="44041"/>
                  </a:lnTo>
                  <a:lnTo>
                    <a:pt x="5486400" y="72136"/>
                  </a:lnTo>
                  <a:lnTo>
                    <a:pt x="5486400" y="451612"/>
                  </a:lnTo>
                  <a:lnTo>
                    <a:pt x="5480716" y="479726"/>
                  </a:lnTo>
                  <a:lnTo>
                    <a:pt x="5465222" y="502697"/>
                  </a:lnTo>
                  <a:lnTo>
                    <a:pt x="5442251" y="518191"/>
                  </a:lnTo>
                  <a:lnTo>
                    <a:pt x="5414137" y="523875"/>
                  </a:lnTo>
                  <a:lnTo>
                    <a:pt x="72136" y="523875"/>
                  </a:lnTo>
                  <a:lnTo>
                    <a:pt x="44041" y="518191"/>
                  </a:lnTo>
                  <a:lnTo>
                    <a:pt x="21113" y="502697"/>
                  </a:lnTo>
                  <a:lnTo>
                    <a:pt x="5663" y="479726"/>
                  </a:lnTo>
                  <a:lnTo>
                    <a:pt x="0" y="451612"/>
                  </a:lnTo>
                  <a:lnTo>
                    <a:pt x="0" y="72136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2219325"/>
              <a:ext cx="76200" cy="114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38576" y="2338451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5414137" y="0"/>
                  </a:moveTo>
                  <a:lnTo>
                    <a:pt x="72136" y="0"/>
                  </a:lnTo>
                  <a:lnTo>
                    <a:pt x="44041" y="5663"/>
                  </a:lnTo>
                  <a:lnTo>
                    <a:pt x="21113" y="21113"/>
                  </a:lnTo>
                  <a:lnTo>
                    <a:pt x="5663" y="44041"/>
                  </a:lnTo>
                  <a:lnTo>
                    <a:pt x="0" y="72136"/>
                  </a:lnTo>
                  <a:lnTo>
                    <a:pt x="0" y="451612"/>
                  </a:lnTo>
                  <a:lnTo>
                    <a:pt x="5663" y="479726"/>
                  </a:lnTo>
                  <a:lnTo>
                    <a:pt x="21113" y="502697"/>
                  </a:lnTo>
                  <a:lnTo>
                    <a:pt x="44041" y="518191"/>
                  </a:lnTo>
                  <a:lnTo>
                    <a:pt x="72136" y="523875"/>
                  </a:lnTo>
                  <a:lnTo>
                    <a:pt x="5414137" y="523875"/>
                  </a:lnTo>
                  <a:lnTo>
                    <a:pt x="5442251" y="518191"/>
                  </a:lnTo>
                  <a:lnTo>
                    <a:pt x="5465222" y="502697"/>
                  </a:lnTo>
                  <a:lnTo>
                    <a:pt x="5480716" y="479726"/>
                  </a:lnTo>
                  <a:lnTo>
                    <a:pt x="5486400" y="451612"/>
                  </a:lnTo>
                  <a:lnTo>
                    <a:pt x="5486400" y="72136"/>
                  </a:lnTo>
                  <a:lnTo>
                    <a:pt x="5480716" y="44041"/>
                  </a:lnTo>
                  <a:lnTo>
                    <a:pt x="5465222" y="21113"/>
                  </a:lnTo>
                  <a:lnTo>
                    <a:pt x="5442251" y="5663"/>
                  </a:lnTo>
                  <a:lnTo>
                    <a:pt x="5414137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38576" y="2338451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0" y="72136"/>
                  </a:moveTo>
                  <a:lnTo>
                    <a:pt x="5663" y="44041"/>
                  </a:lnTo>
                  <a:lnTo>
                    <a:pt x="21113" y="21113"/>
                  </a:lnTo>
                  <a:lnTo>
                    <a:pt x="44041" y="5663"/>
                  </a:lnTo>
                  <a:lnTo>
                    <a:pt x="72136" y="0"/>
                  </a:lnTo>
                  <a:lnTo>
                    <a:pt x="5414137" y="0"/>
                  </a:lnTo>
                  <a:lnTo>
                    <a:pt x="5442251" y="5663"/>
                  </a:lnTo>
                  <a:lnTo>
                    <a:pt x="5465222" y="21113"/>
                  </a:lnTo>
                  <a:lnTo>
                    <a:pt x="5480716" y="44041"/>
                  </a:lnTo>
                  <a:lnTo>
                    <a:pt x="5486400" y="72136"/>
                  </a:lnTo>
                  <a:lnTo>
                    <a:pt x="5486400" y="451612"/>
                  </a:lnTo>
                  <a:lnTo>
                    <a:pt x="5480716" y="479726"/>
                  </a:lnTo>
                  <a:lnTo>
                    <a:pt x="5465222" y="502697"/>
                  </a:lnTo>
                  <a:lnTo>
                    <a:pt x="5442251" y="518191"/>
                  </a:lnTo>
                  <a:lnTo>
                    <a:pt x="5414137" y="523875"/>
                  </a:lnTo>
                  <a:lnTo>
                    <a:pt x="72136" y="523875"/>
                  </a:lnTo>
                  <a:lnTo>
                    <a:pt x="44041" y="518191"/>
                  </a:lnTo>
                  <a:lnTo>
                    <a:pt x="21113" y="502697"/>
                  </a:lnTo>
                  <a:lnTo>
                    <a:pt x="5663" y="479726"/>
                  </a:lnTo>
                  <a:lnTo>
                    <a:pt x="0" y="451612"/>
                  </a:lnTo>
                  <a:lnTo>
                    <a:pt x="0" y="72136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2857500"/>
              <a:ext cx="76200" cy="114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38576" y="2976625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5412740" y="0"/>
                  </a:moveTo>
                  <a:lnTo>
                    <a:pt x="73533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3"/>
                  </a:lnTo>
                  <a:lnTo>
                    <a:pt x="0" y="459739"/>
                  </a:lnTo>
                  <a:lnTo>
                    <a:pt x="5774" y="488394"/>
                  </a:lnTo>
                  <a:lnTo>
                    <a:pt x="21526" y="511809"/>
                  </a:lnTo>
                  <a:lnTo>
                    <a:pt x="44898" y="527605"/>
                  </a:lnTo>
                  <a:lnTo>
                    <a:pt x="73533" y="533400"/>
                  </a:lnTo>
                  <a:lnTo>
                    <a:pt x="5412740" y="533400"/>
                  </a:lnTo>
                  <a:lnTo>
                    <a:pt x="5441394" y="527605"/>
                  </a:lnTo>
                  <a:lnTo>
                    <a:pt x="5464810" y="511810"/>
                  </a:lnTo>
                  <a:lnTo>
                    <a:pt x="5480605" y="488394"/>
                  </a:lnTo>
                  <a:lnTo>
                    <a:pt x="5486400" y="459739"/>
                  </a:lnTo>
                  <a:lnTo>
                    <a:pt x="5486400" y="73533"/>
                  </a:lnTo>
                  <a:lnTo>
                    <a:pt x="5480605" y="44898"/>
                  </a:lnTo>
                  <a:lnTo>
                    <a:pt x="5464809" y="21526"/>
                  </a:lnTo>
                  <a:lnTo>
                    <a:pt x="5441394" y="5774"/>
                  </a:lnTo>
                  <a:lnTo>
                    <a:pt x="5412740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38576" y="2976625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0" y="73533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3" y="0"/>
                  </a:lnTo>
                  <a:lnTo>
                    <a:pt x="5412740" y="0"/>
                  </a:lnTo>
                  <a:lnTo>
                    <a:pt x="5441394" y="5774"/>
                  </a:lnTo>
                  <a:lnTo>
                    <a:pt x="5464809" y="21526"/>
                  </a:lnTo>
                  <a:lnTo>
                    <a:pt x="5480605" y="44898"/>
                  </a:lnTo>
                  <a:lnTo>
                    <a:pt x="5486400" y="73533"/>
                  </a:lnTo>
                  <a:lnTo>
                    <a:pt x="5486400" y="459739"/>
                  </a:lnTo>
                  <a:lnTo>
                    <a:pt x="5480605" y="488394"/>
                  </a:lnTo>
                  <a:lnTo>
                    <a:pt x="5464810" y="511810"/>
                  </a:lnTo>
                  <a:lnTo>
                    <a:pt x="5441394" y="527605"/>
                  </a:lnTo>
                  <a:lnTo>
                    <a:pt x="5412740" y="533400"/>
                  </a:lnTo>
                  <a:lnTo>
                    <a:pt x="73533" y="533400"/>
                  </a:lnTo>
                  <a:lnTo>
                    <a:pt x="44898" y="527605"/>
                  </a:lnTo>
                  <a:lnTo>
                    <a:pt x="21526" y="511809"/>
                  </a:lnTo>
                  <a:lnTo>
                    <a:pt x="5774" y="488394"/>
                  </a:lnTo>
                  <a:lnTo>
                    <a:pt x="0" y="459739"/>
                  </a:lnTo>
                  <a:lnTo>
                    <a:pt x="0" y="73533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8850" y="3505200"/>
              <a:ext cx="76200" cy="1047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38576" y="3614801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5412740" y="0"/>
                  </a:moveTo>
                  <a:lnTo>
                    <a:pt x="73533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2"/>
                  </a:lnTo>
                  <a:lnTo>
                    <a:pt x="0" y="459740"/>
                  </a:lnTo>
                  <a:lnTo>
                    <a:pt x="5774" y="488394"/>
                  </a:lnTo>
                  <a:lnTo>
                    <a:pt x="21526" y="511809"/>
                  </a:lnTo>
                  <a:lnTo>
                    <a:pt x="44898" y="527605"/>
                  </a:lnTo>
                  <a:lnTo>
                    <a:pt x="73533" y="533400"/>
                  </a:lnTo>
                  <a:lnTo>
                    <a:pt x="5412740" y="533400"/>
                  </a:lnTo>
                  <a:lnTo>
                    <a:pt x="5441394" y="527605"/>
                  </a:lnTo>
                  <a:lnTo>
                    <a:pt x="5464810" y="511810"/>
                  </a:lnTo>
                  <a:lnTo>
                    <a:pt x="5480605" y="488394"/>
                  </a:lnTo>
                  <a:lnTo>
                    <a:pt x="5486400" y="459740"/>
                  </a:lnTo>
                  <a:lnTo>
                    <a:pt x="5486400" y="73532"/>
                  </a:lnTo>
                  <a:lnTo>
                    <a:pt x="5480605" y="44898"/>
                  </a:lnTo>
                  <a:lnTo>
                    <a:pt x="5464809" y="21526"/>
                  </a:lnTo>
                  <a:lnTo>
                    <a:pt x="5441394" y="5774"/>
                  </a:lnTo>
                  <a:lnTo>
                    <a:pt x="5412740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338576" y="3614801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0" y="73532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3" y="0"/>
                  </a:lnTo>
                  <a:lnTo>
                    <a:pt x="5412740" y="0"/>
                  </a:lnTo>
                  <a:lnTo>
                    <a:pt x="5441394" y="5774"/>
                  </a:lnTo>
                  <a:lnTo>
                    <a:pt x="5464809" y="21526"/>
                  </a:lnTo>
                  <a:lnTo>
                    <a:pt x="5480605" y="44898"/>
                  </a:lnTo>
                  <a:lnTo>
                    <a:pt x="5486400" y="73532"/>
                  </a:lnTo>
                  <a:lnTo>
                    <a:pt x="5486400" y="459740"/>
                  </a:lnTo>
                  <a:lnTo>
                    <a:pt x="5480605" y="488394"/>
                  </a:lnTo>
                  <a:lnTo>
                    <a:pt x="5464810" y="511810"/>
                  </a:lnTo>
                  <a:lnTo>
                    <a:pt x="5441394" y="527605"/>
                  </a:lnTo>
                  <a:lnTo>
                    <a:pt x="5412740" y="533400"/>
                  </a:lnTo>
                  <a:lnTo>
                    <a:pt x="73533" y="533400"/>
                  </a:lnTo>
                  <a:lnTo>
                    <a:pt x="44898" y="527605"/>
                  </a:lnTo>
                  <a:lnTo>
                    <a:pt x="21526" y="511809"/>
                  </a:lnTo>
                  <a:lnTo>
                    <a:pt x="5774" y="488394"/>
                  </a:lnTo>
                  <a:lnTo>
                    <a:pt x="0" y="459740"/>
                  </a:lnTo>
                  <a:lnTo>
                    <a:pt x="0" y="73532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8850" y="4143375"/>
              <a:ext cx="76200" cy="1047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38576" y="4252976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5412740" y="0"/>
                  </a:moveTo>
                  <a:lnTo>
                    <a:pt x="73533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2"/>
                  </a:lnTo>
                  <a:lnTo>
                    <a:pt x="0" y="459740"/>
                  </a:lnTo>
                  <a:lnTo>
                    <a:pt x="5774" y="488394"/>
                  </a:lnTo>
                  <a:lnTo>
                    <a:pt x="21526" y="511809"/>
                  </a:lnTo>
                  <a:lnTo>
                    <a:pt x="44898" y="527605"/>
                  </a:lnTo>
                  <a:lnTo>
                    <a:pt x="73533" y="533400"/>
                  </a:lnTo>
                  <a:lnTo>
                    <a:pt x="5412740" y="533400"/>
                  </a:lnTo>
                  <a:lnTo>
                    <a:pt x="5441394" y="527605"/>
                  </a:lnTo>
                  <a:lnTo>
                    <a:pt x="5464810" y="511810"/>
                  </a:lnTo>
                  <a:lnTo>
                    <a:pt x="5480605" y="488394"/>
                  </a:lnTo>
                  <a:lnTo>
                    <a:pt x="5486400" y="459740"/>
                  </a:lnTo>
                  <a:lnTo>
                    <a:pt x="5486400" y="73532"/>
                  </a:lnTo>
                  <a:lnTo>
                    <a:pt x="5480605" y="44898"/>
                  </a:lnTo>
                  <a:lnTo>
                    <a:pt x="5464809" y="21526"/>
                  </a:lnTo>
                  <a:lnTo>
                    <a:pt x="5441394" y="5774"/>
                  </a:lnTo>
                  <a:lnTo>
                    <a:pt x="5412740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338576" y="4252976"/>
              <a:ext cx="5486400" cy="533400"/>
            </a:xfrm>
            <a:custGeom>
              <a:avLst/>
              <a:gdLst/>
              <a:ahLst/>
              <a:cxnLst/>
              <a:rect l="l" t="t" r="r" b="b"/>
              <a:pathLst>
                <a:path w="5486400" h="533400">
                  <a:moveTo>
                    <a:pt x="0" y="73532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3" y="0"/>
                  </a:lnTo>
                  <a:lnTo>
                    <a:pt x="5412740" y="0"/>
                  </a:lnTo>
                  <a:lnTo>
                    <a:pt x="5441394" y="5774"/>
                  </a:lnTo>
                  <a:lnTo>
                    <a:pt x="5464809" y="21526"/>
                  </a:lnTo>
                  <a:lnTo>
                    <a:pt x="5480605" y="44898"/>
                  </a:lnTo>
                  <a:lnTo>
                    <a:pt x="5486400" y="73532"/>
                  </a:lnTo>
                  <a:lnTo>
                    <a:pt x="5486400" y="459740"/>
                  </a:lnTo>
                  <a:lnTo>
                    <a:pt x="5480605" y="488394"/>
                  </a:lnTo>
                  <a:lnTo>
                    <a:pt x="5464810" y="511810"/>
                  </a:lnTo>
                  <a:lnTo>
                    <a:pt x="5441394" y="527605"/>
                  </a:lnTo>
                  <a:lnTo>
                    <a:pt x="5412740" y="533400"/>
                  </a:lnTo>
                  <a:lnTo>
                    <a:pt x="73533" y="533400"/>
                  </a:lnTo>
                  <a:lnTo>
                    <a:pt x="44898" y="527605"/>
                  </a:lnTo>
                  <a:lnTo>
                    <a:pt x="21526" y="511809"/>
                  </a:lnTo>
                  <a:lnTo>
                    <a:pt x="5774" y="488394"/>
                  </a:lnTo>
                  <a:lnTo>
                    <a:pt x="0" y="459740"/>
                  </a:lnTo>
                  <a:lnTo>
                    <a:pt x="0" y="73532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4781550"/>
              <a:ext cx="76200" cy="1143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338576" y="4900676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5414137" y="0"/>
                  </a:moveTo>
                  <a:lnTo>
                    <a:pt x="72136" y="0"/>
                  </a:lnTo>
                  <a:lnTo>
                    <a:pt x="44041" y="5663"/>
                  </a:lnTo>
                  <a:lnTo>
                    <a:pt x="21113" y="21113"/>
                  </a:lnTo>
                  <a:lnTo>
                    <a:pt x="5663" y="44041"/>
                  </a:lnTo>
                  <a:lnTo>
                    <a:pt x="0" y="72136"/>
                  </a:lnTo>
                  <a:lnTo>
                    <a:pt x="0" y="451612"/>
                  </a:lnTo>
                  <a:lnTo>
                    <a:pt x="5663" y="479726"/>
                  </a:lnTo>
                  <a:lnTo>
                    <a:pt x="21113" y="502697"/>
                  </a:lnTo>
                  <a:lnTo>
                    <a:pt x="44041" y="518191"/>
                  </a:lnTo>
                  <a:lnTo>
                    <a:pt x="72136" y="523875"/>
                  </a:lnTo>
                  <a:lnTo>
                    <a:pt x="5414137" y="523875"/>
                  </a:lnTo>
                  <a:lnTo>
                    <a:pt x="5442251" y="518191"/>
                  </a:lnTo>
                  <a:lnTo>
                    <a:pt x="5465222" y="502697"/>
                  </a:lnTo>
                  <a:lnTo>
                    <a:pt x="5480716" y="479726"/>
                  </a:lnTo>
                  <a:lnTo>
                    <a:pt x="5486400" y="451612"/>
                  </a:lnTo>
                  <a:lnTo>
                    <a:pt x="5486400" y="72136"/>
                  </a:lnTo>
                  <a:lnTo>
                    <a:pt x="5480716" y="44041"/>
                  </a:lnTo>
                  <a:lnTo>
                    <a:pt x="5465222" y="21113"/>
                  </a:lnTo>
                  <a:lnTo>
                    <a:pt x="5442251" y="5663"/>
                  </a:lnTo>
                  <a:lnTo>
                    <a:pt x="5414137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38576" y="4900676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0" y="72136"/>
                  </a:moveTo>
                  <a:lnTo>
                    <a:pt x="5663" y="44041"/>
                  </a:lnTo>
                  <a:lnTo>
                    <a:pt x="21113" y="21113"/>
                  </a:lnTo>
                  <a:lnTo>
                    <a:pt x="44041" y="5663"/>
                  </a:lnTo>
                  <a:lnTo>
                    <a:pt x="72136" y="0"/>
                  </a:lnTo>
                  <a:lnTo>
                    <a:pt x="5414137" y="0"/>
                  </a:lnTo>
                  <a:lnTo>
                    <a:pt x="5442251" y="5663"/>
                  </a:lnTo>
                  <a:lnTo>
                    <a:pt x="5465222" y="21113"/>
                  </a:lnTo>
                  <a:lnTo>
                    <a:pt x="5480716" y="44041"/>
                  </a:lnTo>
                  <a:lnTo>
                    <a:pt x="5486400" y="72136"/>
                  </a:lnTo>
                  <a:lnTo>
                    <a:pt x="5486400" y="451612"/>
                  </a:lnTo>
                  <a:lnTo>
                    <a:pt x="5480716" y="479726"/>
                  </a:lnTo>
                  <a:lnTo>
                    <a:pt x="5465222" y="502697"/>
                  </a:lnTo>
                  <a:lnTo>
                    <a:pt x="5442251" y="518191"/>
                  </a:lnTo>
                  <a:lnTo>
                    <a:pt x="5414137" y="523875"/>
                  </a:lnTo>
                  <a:lnTo>
                    <a:pt x="72136" y="523875"/>
                  </a:lnTo>
                  <a:lnTo>
                    <a:pt x="44041" y="518191"/>
                  </a:lnTo>
                  <a:lnTo>
                    <a:pt x="21113" y="502697"/>
                  </a:lnTo>
                  <a:lnTo>
                    <a:pt x="5663" y="479726"/>
                  </a:lnTo>
                  <a:lnTo>
                    <a:pt x="0" y="451612"/>
                  </a:lnTo>
                  <a:lnTo>
                    <a:pt x="0" y="72136"/>
                  </a:lnTo>
                  <a:close/>
                </a:path>
              </a:pathLst>
            </a:custGeom>
            <a:ln w="12700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265676" y="1820862"/>
            <a:ext cx="3640454" cy="3448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30555" indent="-16954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630555" algn="l"/>
              </a:tabLst>
            </a:pPr>
            <a:r>
              <a:rPr dirty="0" sz="1400">
                <a:latin typeface="Calibri"/>
                <a:cs typeface="Calibri"/>
              </a:rPr>
              <a:t>Initialize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/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Load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Expense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(CSV)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dirty="0" sz="1400">
                <a:latin typeface="Calibri"/>
                <a:cs typeface="Calibri"/>
              </a:rPr>
              <a:t>Enter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Expense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Details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(Date,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Category,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Amount)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651510" indent="-17018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51510" algn="l"/>
              </a:tabLst>
            </a:pPr>
            <a:r>
              <a:rPr dirty="0" sz="1400">
                <a:latin typeface="Calibri"/>
                <a:cs typeface="Calibri"/>
              </a:rPr>
              <a:t>Store /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Append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File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430530" indent="-169545">
              <a:lnSpc>
                <a:spcPct val="100000"/>
              </a:lnSpc>
              <a:buAutoNum type="arabicPeriod"/>
              <a:tabLst>
                <a:tab pos="430530" algn="l"/>
              </a:tabLst>
            </a:pPr>
            <a:r>
              <a:rPr dirty="0" sz="1400">
                <a:latin typeface="Calibri"/>
                <a:cs typeface="Calibri"/>
              </a:rPr>
              <a:t>Perform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(Add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/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View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/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698500" indent="-16954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98500" algn="l"/>
              </a:tabLst>
            </a:pPr>
            <a:r>
              <a:rPr dirty="0" sz="1400" spc="-10">
                <a:latin typeface="Calibri"/>
                <a:cs typeface="Calibri"/>
              </a:rPr>
              <a:t>Categorize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 </a:t>
            </a:r>
            <a:r>
              <a:rPr dirty="0" sz="1400" spc="-10">
                <a:latin typeface="Calibri"/>
                <a:cs typeface="Calibri"/>
              </a:rPr>
              <a:t>Aggregate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Expenses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  <a:buFont typeface="Calibri"/>
              <a:buAutoNum type="arabicPeriod"/>
            </a:pPr>
            <a:endParaRPr sz="1400">
              <a:latin typeface="Calibri"/>
              <a:cs typeface="Calibri"/>
            </a:endParaRPr>
          </a:p>
          <a:p>
            <a:pPr marL="720090" indent="-169545">
              <a:lnSpc>
                <a:spcPct val="100000"/>
              </a:lnSpc>
              <a:buAutoNum type="arabicPeriod"/>
              <a:tabLst>
                <a:tab pos="720090" algn="l"/>
              </a:tabLst>
            </a:pPr>
            <a:r>
              <a:rPr dirty="0" sz="1400" spc="-10">
                <a:latin typeface="Calibri"/>
                <a:cs typeface="Calibri"/>
              </a:rPr>
              <a:t>Generate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Chart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Display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32226" y="5419725"/>
            <a:ext cx="5499100" cy="649605"/>
            <a:chOff x="3332226" y="5419725"/>
            <a:chExt cx="5499100" cy="64960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5419725"/>
              <a:ext cx="76200" cy="1143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338576" y="5538851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5414137" y="0"/>
                  </a:moveTo>
                  <a:lnTo>
                    <a:pt x="72136" y="0"/>
                  </a:lnTo>
                  <a:lnTo>
                    <a:pt x="44041" y="5664"/>
                  </a:lnTo>
                  <a:lnTo>
                    <a:pt x="21113" y="21121"/>
                  </a:lnTo>
                  <a:lnTo>
                    <a:pt x="5663" y="44068"/>
                  </a:lnTo>
                  <a:lnTo>
                    <a:pt x="0" y="72199"/>
                  </a:lnTo>
                  <a:lnTo>
                    <a:pt x="0" y="451548"/>
                  </a:lnTo>
                  <a:lnTo>
                    <a:pt x="5663" y="479679"/>
                  </a:lnTo>
                  <a:lnTo>
                    <a:pt x="21113" y="502648"/>
                  </a:lnTo>
                  <a:lnTo>
                    <a:pt x="44041" y="518133"/>
                  </a:lnTo>
                  <a:lnTo>
                    <a:pt x="72136" y="523811"/>
                  </a:lnTo>
                  <a:lnTo>
                    <a:pt x="5414137" y="523811"/>
                  </a:lnTo>
                  <a:lnTo>
                    <a:pt x="5442251" y="518133"/>
                  </a:lnTo>
                  <a:lnTo>
                    <a:pt x="5465222" y="502648"/>
                  </a:lnTo>
                  <a:lnTo>
                    <a:pt x="5480716" y="479679"/>
                  </a:lnTo>
                  <a:lnTo>
                    <a:pt x="5486400" y="451548"/>
                  </a:lnTo>
                  <a:lnTo>
                    <a:pt x="5486400" y="72199"/>
                  </a:lnTo>
                  <a:lnTo>
                    <a:pt x="5480716" y="44068"/>
                  </a:lnTo>
                  <a:lnTo>
                    <a:pt x="5465222" y="21121"/>
                  </a:lnTo>
                  <a:lnTo>
                    <a:pt x="5442251" y="5664"/>
                  </a:lnTo>
                  <a:lnTo>
                    <a:pt x="5414137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338576" y="5538851"/>
              <a:ext cx="5486400" cy="523875"/>
            </a:xfrm>
            <a:custGeom>
              <a:avLst/>
              <a:gdLst/>
              <a:ahLst/>
              <a:cxnLst/>
              <a:rect l="l" t="t" r="r" b="b"/>
              <a:pathLst>
                <a:path w="5486400" h="523875">
                  <a:moveTo>
                    <a:pt x="0" y="72199"/>
                  </a:moveTo>
                  <a:lnTo>
                    <a:pt x="5663" y="44068"/>
                  </a:lnTo>
                  <a:lnTo>
                    <a:pt x="21113" y="21121"/>
                  </a:lnTo>
                  <a:lnTo>
                    <a:pt x="44041" y="5664"/>
                  </a:lnTo>
                  <a:lnTo>
                    <a:pt x="72136" y="0"/>
                  </a:lnTo>
                  <a:lnTo>
                    <a:pt x="5414137" y="0"/>
                  </a:lnTo>
                  <a:lnTo>
                    <a:pt x="5442251" y="5664"/>
                  </a:lnTo>
                  <a:lnTo>
                    <a:pt x="5465222" y="21121"/>
                  </a:lnTo>
                  <a:lnTo>
                    <a:pt x="5480716" y="44068"/>
                  </a:lnTo>
                  <a:lnTo>
                    <a:pt x="5486400" y="72199"/>
                  </a:lnTo>
                  <a:lnTo>
                    <a:pt x="5486400" y="451548"/>
                  </a:lnTo>
                  <a:lnTo>
                    <a:pt x="5480716" y="479679"/>
                  </a:lnTo>
                  <a:lnTo>
                    <a:pt x="5465222" y="502648"/>
                  </a:lnTo>
                  <a:lnTo>
                    <a:pt x="5442251" y="518133"/>
                  </a:lnTo>
                  <a:lnTo>
                    <a:pt x="5414137" y="523811"/>
                  </a:lnTo>
                  <a:lnTo>
                    <a:pt x="72136" y="523811"/>
                  </a:lnTo>
                  <a:lnTo>
                    <a:pt x="44041" y="518133"/>
                  </a:lnTo>
                  <a:lnTo>
                    <a:pt x="21113" y="502648"/>
                  </a:lnTo>
                  <a:lnTo>
                    <a:pt x="5663" y="479679"/>
                  </a:lnTo>
                  <a:lnTo>
                    <a:pt x="0" y="451548"/>
                  </a:lnTo>
                  <a:lnTo>
                    <a:pt x="0" y="72199"/>
                  </a:lnTo>
                  <a:close/>
                </a:path>
              </a:pathLst>
            </a:custGeom>
            <a:ln w="12699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935345" y="5666740"/>
            <a:ext cx="30162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Understanding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Python</a:t>
            </a:r>
            <a:r>
              <a:rPr dirty="0" spc="-120"/>
              <a:t> </a:t>
            </a:r>
            <a:r>
              <a:rPr dirty="0" spc="-10"/>
              <a:t>Logic</a:t>
            </a:r>
          </a:p>
        </p:txBody>
      </p:sp>
      <p:sp>
        <p:nvSpPr>
          <p:cNvPr id="4" name="object 4"/>
          <p:cNvSpPr/>
          <p:nvPr/>
        </p:nvSpPr>
        <p:spPr>
          <a:xfrm>
            <a:off x="733425" y="1190625"/>
            <a:ext cx="10696575" cy="4752975"/>
          </a:xfrm>
          <a:custGeom>
            <a:avLst/>
            <a:gdLst/>
            <a:ahLst/>
            <a:cxnLst/>
            <a:rect l="l" t="t" r="r" b="b"/>
            <a:pathLst>
              <a:path w="10696575" h="4752975">
                <a:moveTo>
                  <a:pt x="10696575" y="0"/>
                </a:moveTo>
                <a:lnTo>
                  <a:pt x="0" y="0"/>
                </a:lnTo>
                <a:lnTo>
                  <a:pt x="0" y="4752975"/>
                </a:lnTo>
                <a:lnTo>
                  <a:pt x="10696575" y="4752975"/>
                </a:lnTo>
                <a:lnTo>
                  <a:pt x="10696575" y="0"/>
                </a:lnTo>
                <a:close/>
              </a:path>
            </a:pathLst>
          </a:custGeom>
          <a:solidFill>
            <a:srgbClr val="1E2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import</a:t>
            </a:r>
            <a:r>
              <a:rPr dirty="0" spc="-70"/>
              <a:t> </a:t>
            </a:r>
            <a:r>
              <a:rPr dirty="0"/>
              <a:t>csv,</a:t>
            </a:r>
            <a:r>
              <a:rPr dirty="0" spc="5"/>
              <a:t> </a:t>
            </a:r>
            <a:r>
              <a:rPr dirty="0" spc="-10"/>
              <a:t>datetime</a:t>
            </a:r>
          </a:p>
          <a:p>
            <a:pPr marL="406400" marR="1494155" indent="-394335">
              <a:lnSpc>
                <a:spcPct val="102800"/>
              </a:lnSpc>
              <a:spcBef>
                <a:spcPts val="1580"/>
              </a:spcBef>
            </a:pPr>
            <a:r>
              <a:rPr dirty="0"/>
              <a:t>def</a:t>
            </a:r>
            <a:r>
              <a:rPr dirty="0" spc="-105"/>
              <a:t> </a:t>
            </a:r>
            <a:r>
              <a:rPr dirty="0"/>
              <a:t>add_expense(category,</a:t>
            </a:r>
            <a:r>
              <a:rPr dirty="0" spc="-30"/>
              <a:t> </a:t>
            </a:r>
            <a:r>
              <a:rPr dirty="0"/>
              <a:t>amount,</a:t>
            </a:r>
            <a:r>
              <a:rPr dirty="0" spc="-100"/>
              <a:t> </a:t>
            </a:r>
            <a:r>
              <a:rPr dirty="0" spc="-10"/>
              <a:t>desc): </a:t>
            </a:r>
            <a:r>
              <a:rPr dirty="0"/>
              <a:t>date</a:t>
            </a:r>
            <a:r>
              <a:rPr dirty="0" spc="10"/>
              <a:t> </a:t>
            </a:r>
            <a:r>
              <a:rPr dirty="0"/>
              <a:t>=</a:t>
            </a:r>
            <a:r>
              <a:rPr dirty="0" spc="-65"/>
              <a:t> </a:t>
            </a:r>
            <a:r>
              <a:rPr dirty="0" spc="-10"/>
              <a:t>datetime.date.today()</a:t>
            </a:r>
          </a:p>
          <a:p>
            <a:pPr marL="406400">
              <a:lnSpc>
                <a:spcPts val="1650"/>
              </a:lnSpc>
            </a:pPr>
            <a:r>
              <a:rPr dirty="0"/>
              <a:t>with</a:t>
            </a:r>
            <a:r>
              <a:rPr dirty="0" spc="15"/>
              <a:t> </a:t>
            </a:r>
            <a:r>
              <a:rPr dirty="0"/>
              <a:t>open("expenses.csv",</a:t>
            </a:r>
            <a:r>
              <a:rPr dirty="0" spc="20"/>
              <a:t> </a:t>
            </a:r>
            <a:r>
              <a:rPr dirty="0"/>
              <a:t>"a")</a:t>
            </a:r>
            <a:r>
              <a:rPr dirty="0" spc="-55"/>
              <a:t> </a:t>
            </a:r>
            <a:r>
              <a:rPr dirty="0"/>
              <a:t>as</a:t>
            </a:r>
            <a:r>
              <a:rPr dirty="0" spc="-55"/>
              <a:t> </a:t>
            </a:r>
            <a:r>
              <a:rPr dirty="0" spc="-25"/>
              <a:t>f:</a:t>
            </a:r>
          </a:p>
          <a:p>
            <a:pPr marL="800100">
              <a:lnSpc>
                <a:spcPts val="1664"/>
              </a:lnSpc>
              <a:spcBef>
                <a:spcPts val="50"/>
              </a:spcBef>
            </a:pPr>
            <a:r>
              <a:rPr dirty="0"/>
              <a:t>writer</a:t>
            </a:r>
            <a:r>
              <a:rPr dirty="0" spc="-40"/>
              <a:t> </a:t>
            </a:r>
            <a:r>
              <a:rPr dirty="0"/>
              <a:t>=</a:t>
            </a:r>
            <a:r>
              <a:rPr dirty="0" spc="40"/>
              <a:t> </a:t>
            </a:r>
            <a:r>
              <a:rPr dirty="0" spc="-10"/>
              <a:t>csv.writer(f)</a:t>
            </a:r>
          </a:p>
          <a:p>
            <a:pPr marL="406400" marR="5080" indent="393700">
              <a:lnSpc>
                <a:spcPts val="1650"/>
              </a:lnSpc>
              <a:spcBef>
                <a:spcPts val="65"/>
              </a:spcBef>
            </a:pPr>
            <a:r>
              <a:rPr dirty="0"/>
              <a:t>writer.writerow([date,</a:t>
            </a:r>
            <a:r>
              <a:rPr dirty="0" spc="-20"/>
              <a:t> </a:t>
            </a:r>
            <a:r>
              <a:rPr dirty="0"/>
              <a:t>category,</a:t>
            </a:r>
            <a:r>
              <a:rPr dirty="0" spc="-15"/>
              <a:t> </a:t>
            </a:r>
            <a:r>
              <a:rPr dirty="0"/>
              <a:t>amount,</a:t>
            </a:r>
            <a:r>
              <a:rPr dirty="0" spc="-15"/>
              <a:t> </a:t>
            </a:r>
            <a:r>
              <a:rPr dirty="0" spc="-10"/>
              <a:t>desc]) </a:t>
            </a:r>
            <a:r>
              <a:rPr dirty="0"/>
              <a:t>print("Expense</a:t>
            </a:r>
            <a:r>
              <a:rPr dirty="0" spc="-65"/>
              <a:t> </a:t>
            </a:r>
            <a:r>
              <a:rPr dirty="0"/>
              <a:t>Added</a:t>
            </a:r>
            <a:r>
              <a:rPr dirty="0" spc="-65"/>
              <a:t> </a:t>
            </a:r>
            <a:r>
              <a:rPr dirty="0" spc="-10"/>
              <a:t>Successfully!")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def</a:t>
            </a:r>
            <a:r>
              <a:rPr dirty="0" spc="-45"/>
              <a:t> </a:t>
            </a:r>
            <a:r>
              <a:rPr dirty="0" spc="-10"/>
              <a:t>monthly_report(df):</a:t>
            </a:r>
          </a:p>
          <a:p>
            <a:pPr marL="406400" marR="310515">
              <a:lnSpc>
                <a:spcPts val="1650"/>
              </a:lnSpc>
              <a:spcBef>
                <a:spcPts val="130"/>
              </a:spcBef>
            </a:pPr>
            <a:r>
              <a:rPr dirty="0"/>
              <a:t>summary =</a:t>
            </a:r>
            <a:r>
              <a:rPr dirty="0" spc="-75"/>
              <a:t> </a:t>
            </a:r>
            <a:r>
              <a:rPr dirty="0" spc="-10"/>
              <a:t>df.groupby("category")["amount"].sum() summary.plot(kind="pie",</a:t>
            </a:r>
            <a:r>
              <a:rPr dirty="0" spc="45"/>
              <a:t> </a:t>
            </a:r>
            <a:r>
              <a:rPr dirty="0" spc="-10"/>
              <a:t>autopct="%1.1f%%") plt.savefig("monthly_report.png")</a:t>
            </a:r>
          </a:p>
          <a:p>
            <a:pPr marL="406400">
              <a:lnSpc>
                <a:spcPct val="100000"/>
              </a:lnSpc>
            </a:pPr>
            <a:r>
              <a:rPr dirty="0"/>
              <a:t>return</a:t>
            </a:r>
            <a:r>
              <a:rPr dirty="0" spc="-65"/>
              <a:t> </a:t>
            </a:r>
            <a:r>
              <a:rPr dirty="0" spc="-1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GitHub</a:t>
            </a:r>
            <a:r>
              <a:rPr dirty="0" spc="-50"/>
              <a:t> </a:t>
            </a:r>
            <a:r>
              <a:rPr dirty="0"/>
              <a:t>Account,</a:t>
            </a:r>
            <a:r>
              <a:rPr dirty="0" spc="-60"/>
              <a:t> </a:t>
            </a:r>
            <a:r>
              <a:rPr dirty="0" spc="-10"/>
              <a:t>Repository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Collaboration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" y="3461003"/>
            <a:ext cx="10088575" cy="27432"/>
          </a:xfrm>
          <a:prstGeom prst="rect">
            <a:avLst/>
          </a:prstGeom>
          <a:solidFill>
            <a:srgbClr val="1F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59536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59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Create Account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59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Personal GitHub account set up</a:t>
            </a:r>
          </a:p>
        </p:txBody>
      </p:sp>
      <p:sp>
        <p:nvSpPr>
          <p:cNvPr id="51" name="Oval 50"/>
          <p:cNvSpPr/>
          <p:nvPr/>
        </p:nvSpPr>
        <p:spPr>
          <a:xfrm>
            <a:off x="2877251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4875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Create Repository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54875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Personal-Expense-Tracker (public)</a:t>
            </a:r>
          </a:p>
        </p:txBody>
      </p:sp>
      <p:sp>
        <p:nvSpPr>
          <p:cNvPr id="54" name="Oval 53"/>
          <p:cNvSpPr/>
          <p:nvPr/>
        </p:nvSpPr>
        <p:spPr>
          <a:xfrm>
            <a:off x="4894966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2590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Upload Code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2590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expense_tracker.py, expenses.csv, README.md</a:t>
            </a:r>
          </a:p>
        </p:txBody>
      </p:sp>
      <p:sp>
        <p:nvSpPr>
          <p:cNvPr id="57" name="Oval 56"/>
          <p:cNvSpPr/>
          <p:nvPr/>
        </p:nvSpPr>
        <p:spPr>
          <a:xfrm>
            <a:off x="6912681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0305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Meaningful Commits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0305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“added CSV storage”, “added report chart”</a:t>
            </a:r>
          </a:p>
        </p:txBody>
      </p:sp>
      <p:sp>
        <p:nvSpPr>
          <p:cNvPr id="60" name="Oval 59"/>
          <p:cNvSpPr/>
          <p:nvPr/>
        </p:nvSpPr>
        <p:spPr>
          <a:xfrm>
            <a:off x="8930396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8020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Collaboration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8020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Branches and pull requests for teamwork</a:t>
            </a:r>
          </a:p>
        </p:txBody>
      </p:sp>
      <p:sp>
        <p:nvSpPr>
          <p:cNvPr id="63" name="Oval 62"/>
          <p:cNvSpPr/>
          <p:nvPr/>
        </p:nvSpPr>
        <p:spPr>
          <a:xfrm>
            <a:off x="10948111" y="3282696"/>
            <a:ext cx="384048" cy="384048"/>
          </a:xfrm>
          <a:prstGeom prst="ellipse">
            <a:avLst/>
          </a:prstGeom>
          <a:solidFill>
            <a:srgbClr val="1F4E4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5735" y="2715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</a:rPr>
              <a:t>Track Changes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25735" y="3776472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595959"/>
                </a:solidFill>
              </a:rPr>
              <a:t>Commit history tracks progress phase by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4685" y="3194050"/>
            <a:ext cx="578802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solidFill>
                  <a:srgbClr val="1F3863"/>
                </a:solidFill>
              </a:rPr>
              <a:t>Phase</a:t>
            </a:r>
            <a:r>
              <a:rPr dirty="0" sz="3200" spc="-70">
                <a:solidFill>
                  <a:srgbClr val="1F3863"/>
                </a:solidFill>
              </a:rPr>
              <a:t> </a:t>
            </a:r>
            <a:r>
              <a:rPr dirty="0" sz="3200">
                <a:solidFill>
                  <a:srgbClr val="1F3863"/>
                </a:solidFill>
              </a:rPr>
              <a:t>2:</a:t>
            </a:r>
            <a:r>
              <a:rPr dirty="0" sz="3200" spc="-15">
                <a:solidFill>
                  <a:srgbClr val="1F3863"/>
                </a:solidFill>
              </a:rPr>
              <a:t> </a:t>
            </a:r>
            <a:r>
              <a:rPr dirty="0" sz="3200">
                <a:solidFill>
                  <a:srgbClr val="1F3863"/>
                </a:solidFill>
              </a:rPr>
              <a:t>Personal</a:t>
            </a:r>
            <a:r>
              <a:rPr dirty="0" sz="3200" spc="-55">
                <a:solidFill>
                  <a:srgbClr val="1F3863"/>
                </a:solidFill>
              </a:rPr>
              <a:t> </a:t>
            </a:r>
            <a:r>
              <a:rPr dirty="0" sz="3200">
                <a:solidFill>
                  <a:srgbClr val="1F3863"/>
                </a:solidFill>
              </a:rPr>
              <a:t>Expense</a:t>
            </a:r>
            <a:r>
              <a:rPr dirty="0" sz="3200" spc="-70">
                <a:solidFill>
                  <a:srgbClr val="1F3863"/>
                </a:solidFill>
              </a:rPr>
              <a:t> </a:t>
            </a:r>
            <a:r>
              <a:rPr dirty="0" sz="3200" spc="-10">
                <a:solidFill>
                  <a:srgbClr val="1F3863"/>
                </a:solidFill>
              </a:rPr>
              <a:t>Tracker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Progress</a:t>
            </a:r>
            <a:r>
              <a:rPr dirty="0" spc="-110"/>
              <a:t> </a:t>
            </a:r>
            <a:r>
              <a:rPr dirty="0" spc="-20"/>
              <a:t>Work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3941" y="1191260"/>
            <a:ext cx="1732914" cy="1732280"/>
            <a:chOff x="1373941" y="1191260"/>
            <a:chExt cx="1732914" cy="1732280"/>
          </a:xfrm>
        </p:grpSpPr>
        <p:sp>
          <p:nvSpPr>
            <p:cNvPr id="5" name="object 5"/>
            <p:cNvSpPr/>
            <p:nvPr/>
          </p:nvSpPr>
          <p:spPr>
            <a:xfrm>
              <a:off x="1416557" y="1191260"/>
              <a:ext cx="1690370" cy="1732280"/>
            </a:xfrm>
            <a:custGeom>
              <a:avLst/>
              <a:gdLst/>
              <a:ahLst/>
              <a:cxnLst/>
              <a:rect l="l" t="t" r="r" b="b"/>
              <a:pathLst>
                <a:path w="1690370" h="1732280">
                  <a:moveTo>
                    <a:pt x="823722" y="0"/>
                  </a:moveTo>
                  <a:lnTo>
                    <a:pt x="823722" y="346455"/>
                  </a:lnTo>
                  <a:lnTo>
                    <a:pt x="871542" y="348648"/>
                  </a:lnTo>
                  <a:lnTo>
                    <a:pt x="918349" y="355114"/>
                  </a:lnTo>
                  <a:lnTo>
                    <a:pt x="963914" y="365687"/>
                  </a:lnTo>
                  <a:lnTo>
                    <a:pt x="1008011" y="380203"/>
                  </a:lnTo>
                  <a:lnTo>
                    <a:pt x="1050410" y="398494"/>
                  </a:lnTo>
                  <a:lnTo>
                    <a:pt x="1090884" y="420394"/>
                  </a:lnTo>
                  <a:lnTo>
                    <a:pt x="1129204" y="445738"/>
                  </a:lnTo>
                  <a:lnTo>
                    <a:pt x="1165143" y="474359"/>
                  </a:lnTo>
                  <a:lnTo>
                    <a:pt x="1198473" y="506091"/>
                  </a:lnTo>
                  <a:lnTo>
                    <a:pt x="1228966" y="540769"/>
                  </a:lnTo>
                  <a:lnTo>
                    <a:pt x="1256394" y="578226"/>
                  </a:lnTo>
                  <a:lnTo>
                    <a:pt x="1280528" y="618296"/>
                  </a:lnTo>
                  <a:lnTo>
                    <a:pt x="1301141" y="660813"/>
                  </a:lnTo>
                  <a:lnTo>
                    <a:pt x="1318005" y="705612"/>
                  </a:lnTo>
                  <a:lnTo>
                    <a:pt x="1330596" y="751247"/>
                  </a:lnTo>
                  <a:lnTo>
                    <a:pt x="1338896" y="797026"/>
                  </a:lnTo>
                  <a:lnTo>
                    <a:pt x="1343024" y="842716"/>
                  </a:lnTo>
                  <a:lnTo>
                    <a:pt x="1343098" y="888088"/>
                  </a:lnTo>
                  <a:lnTo>
                    <a:pt x="1339235" y="932909"/>
                  </a:lnTo>
                  <a:lnTo>
                    <a:pt x="1331552" y="976949"/>
                  </a:lnTo>
                  <a:lnTo>
                    <a:pt x="1320168" y="1019978"/>
                  </a:lnTo>
                  <a:lnTo>
                    <a:pt x="1305199" y="1061763"/>
                  </a:lnTo>
                  <a:lnTo>
                    <a:pt x="1286763" y="1102074"/>
                  </a:lnTo>
                  <a:lnTo>
                    <a:pt x="1264979" y="1140680"/>
                  </a:lnTo>
                  <a:lnTo>
                    <a:pt x="1239963" y="1177350"/>
                  </a:lnTo>
                  <a:lnTo>
                    <a:pt x="1211833" y="1211852"/>
                  </a:lnTo>
                  <a:lnTo>
                    <a:pt x="1180708" y="1243957"/>
                  </a:lnTo>
                  <a:lnTo>
                    <a:pt x="1146703" y="1273433"/>
                  </a:lnTo>
                  <a:lnTo>
                    <a:pt x="1109937" y="1300048"/>
                  </a:lnTo>
                  <a:lnTo>
                    <a:pt x="1070528" y="1323572"/>
                  </a:lnTo>
                  <a:lnTo>
                    <a:pt x="1028593" y="1343774"/>
                  </a:lnTo>
                  <a:lnTo>
                    <a:pt x="984249" y="1360424"/>
                  </a:lnTo>
                  <a:lnTo>
                    <a:pt x="938614" y="1373014"/>
                  </a:lnTo>
                  <a:lnTo>
                    <a:pt x="892835" y="1381314"/>
                  </a:lnTo>
                  <a:lnTo>
                    <a:pt x="847145" y="1385443"/>
                  </a:lnTo>
                  <a:lnTo>
                    <a:pt x="801773" y="1385518"/>
                  </a:lnTo>
                  <a:lnTo>
                    <a:pt x="756952" y="1381656"/>
                  </a:lnTo>
                  <a:lnTo>
                    <a:pt x="712912" y="1373975"/>
                  </a:lnTo>
                  <a:lnTo>
                    <a:pt x="669883" y="1362593"/>
                  </a:lnTo>
                  <a:lnTo>
                    <a:pt x="628098" y="1347628"/>
                  </a:lnTo>
                  <a:lnTo>
                    <a:pt x="587787" y="1329197"/>
                  </a:lnTo>
                  <a:lnTo>
                    <a:pt x="549181" y="1307419"/>
                  </a:lnTo>
                  <a:lnTo>
                    <a:pt x="512511" y="1282410"/>
                  </a:lnTo>
                  <a:lnTo>
                    <a:pt x="478009" y="1254289"/>
                  </a:lnTo>
                  <a:lnTo>
                    <a:pt x="445904" y="1223173"/>
                  </a:lnTo>
                  <a:lnTo>
                    <a:pt x="416428" y="1189181"/>
                  </a:lnTo>
                  <a:lnTo>
                    <a:pt x="389813" y="1152429"/>
                  </a:lnTo>
                  <a:lnTo>
                    <a:pt x="366289" y="1113035"/>
                  </a:lnTo>
                  <a:lnTo>
                    <a:pt x="346087" y="1071118"/>
                  </a:lnTo>
                  <a:lnTo>
                    <a:pt x="329437" y="1026794"/>
                  </a:lnTo>
                  <a:lnTo>
                    <a:pt x="0" y="1133728"/>
                  </a:lnTo>
                  <a:lnTo>
                    <a:pt x="16337" y="1179613"/>
                  </a:lnTo>
                  <a:lnTo>
                    <a:pt x="35045" y="1224129"/>
                  </a:lnTo>
                  <a:lnTo>
                    <a:pt x="56038" y="1267213"/>
                  </a:lnTo>
                  <a:lnTo>
                    <a:pt x="79230" y="1308804"/>
                  </a:lnTo>
                  <a:lnTo>
                    <a:pt x="104534" y="1348839"/>
                  </a:lnTo>
                  <a:lnTo>
                    <a:pt x="131867" y="1387256"/>
                  </a:lnTo>
                  <a:lnTo>
                    <a:pt x="161141" y="1423991"/>
                  </a:lnTo>
                  <a:lnTo>
                    <a:pt x="192272" y="1458984"/>
                  </a:lnTo>
                  <a:lnTo>
                    <a:pt x="225173" y="1492171"/>
                  </a:lnTo>
                  <a:lnTo>
                    <a:pt x="259759" y="1523490"/>
                  </a:lnTo>
                  <a:lnTo>
                    <a:pt x="295945" y="1552879"/>
                  </a:lnTo>
                  <a:lnTo>
                    <a:pt x="333644" y="1580275"/>
                  </a:lnTo>
                  <a:lnTo>
                    <a:pt x="372770" y="1605617"/>
                  </a:lnTo>
                  <a:lnTo>
                    <a:pt x="413239" y="1628840"/>
                  </a:lnTo>
                  <a:lnTo>
                    <a:pt x="454965" y="1649885"/>
                  </a:lnTo>
                  <a:lnTo>
                    <a:pt x="497861" y="1668686"/>
                  </a:lnTo>
                  <a:lnTo>
                    <a:pt x="541842" y="1685184"/>
                  </a:lnTo>
                  <a:lnTo>
                    <a:pt x="586823" y="1699314"/>
                  </a:lnTo>
                  <a:lnTo>
                    <a:pt x="632718" y="1711015"/>
                  </a:lnTo>
                  <a:lnTo>
                    <a:pt x="679441" y="1720225"/>
                  </a:lnTo>
                  <a:lnTo>
                    <a:pt x="726906" y="1726880"/>
                  </a:lnTo>
                  <a:lnTo>
                    <a:pt x="775028" y="1730919"/>
                  </a:lnTo>
                  <a:lnTo>
                    <a:pt x="823722" y="1732279"/>
                  </a:lnTo>
                  <a:lnTo>
                    <a:pt x="871249" y="1730998"/>
                  </a:lnTo>
                  <a:lnTo>
                    <a:pt x="918106" y="1727198"/>
                  </a:lnTo>
                  <a:lnTo>
                    <a:pt x="964227" y="1720945"/>
                  </a:lnTo>
                  <a:lnTo>
                    <a:pt x="1009545" y="1712305"/>
                  </a:lnTo>
                  <a:lnTo>
                    <a:pt x="1053994" y="1701344"/>
                  </a:lnTo>
                  <a:lnTo>
                    <a:pt x="1097509" y="1688128"/>
                  </a:lnTo>
                  <a:lnTo>
                    <a:pt x="1140023" y="1672724"/>
                  </a:lnTo>
                  <a:lnTo>
                    <a:pt x="1181471" y="1655197"/>
                  </a:lnTo>
                  <a:lnTo>
                    <a:pt x="1221786" y="1635613"/>
                  </a:lnTo>
                  <a:lnTo>
                    <a:pt x="1260903" y="1614038"/>
                  </a:lnTo>
                  <a:lnTo>
                    <a:pt x="1298754" y="1590538"/>
                  </a:lnTo>
                  <a:lnTo>
                    <a:pt x="1335275" y="1565180"/>
                  </a:lnTo>
                  <a:lnTo>
                    <a:pt x="1370400" y="1538029"/>
                  </a:lnTo>
                  <a:lnTo>
                    <a:pt x="1404062" y="1509151"/>
                  </a:lnTo>
                  <a:lnTo>
                    <a:pt x="1436195" y="1478613"/>
                  </a:lnTo>
                  <a:lnTo>
                    <a:pt x="1466733" y="1446480"/>
                  </a:lnTo>
                  <a:lnTo>
                    <a:pt x="1495611" y="1412818"/>
                  </a:lnTo>
                  <a:lnTo>
                    <a:pt x="1522762" y="1377693"/>
                  </a:lnTo>
                  <a:lnTo>
                    <a:pt x="1548120" y="1341172"/>
                  </a:lnTo>
                  <a:lnTo>
                    <a:pt x="1571620" y="1303321"/>
                  </a:lnTo>
                  <a:lnTo>
                    <a:pt x="1593195" y="1264204"/>
                  </a:lnTo>
                  <a:lnTo>
                    <a:pt x="1612779" y="1223889"/>
                  </a:lnTo>
                  <a:lnTo>
                    <a:pt x="1630306" y="1182441"/>
                  </a:lnTo>
                  <a:lnTo>
                    <a:pt x="1645710" y="1139927"/>
                  </a:lnTo>
                  <a:lnTo>
                    <a:pt x="1658926" y="1096412"/>
                  </a:lnTo>
                  <a:lnTo>
                    <a:pt x="1669887" y="1051963"/>
                  </a:lnTo>
                  <a:lnTo>
                    <a:pt x="1678527" y="1006645"/>
                  </a:lnTo>
                  <a:lnTo>
                    <a:pt x="1684780" y="960524"/>
                  </a:lnTo>
                  <a:lnTo>
                    <a:pt x="1688580" y="913667"/>
                  </a:lnTo>
                  <a:lnTo>
                    <a:pt x="1689862" y="866139"/>
                  </a:lnTo>
                  <a:lnTo>
                    <a:pt x="1688580" y="818612"/>
                  </a:lnTo>
                  <a:lnTo>
                    <a:pt x="1684780" y="771755"/>
                  </a:lnTo>
                  <a:lnTo>
                    <a:pt x="1678527" y="725634"/>
                  </a:lnTo>
                  <a:lnTo>
                    <a:pt x="1669887" y="680316"/>
                  </a:lnTo>
                  <a:lnTo>
                    <a:pt x="1658926" y="635867"/>
                  </a:lnTo>
                  <a:lnTo>
                    <a:pt x="1645710" y="592352"/>
                  </a:lnTo>
                  <a:lnTo>
                    <a:pt x="1630306" y="549838"/>
                  </a:lnTo>
                  <a:lnTo>
                    <a:pt x="1612779" y="508390"/>
                  </a:lnTo>
                  <a:lnTo>
                    <a:pt x="1593195" y="468075"/>
                  </a:lnTo>
                  <a:lnTo>
                    <a:pt x="1571620" y="428958"/>
                  </a:lnTo>
                  <a:lnTo>
                    <a:pt x="1548120" y="391107"/>
                  </a:lnTo>
                  <a:lnTo>
                    <a:pt x="1522762" y="354586"/>
                  </a:lnTo>
                  <a:lnTo>
                    <a:pt x="1495611" y="319461"/>
                  </a:lnTo>
                  <a:lnTo>
                    <a:pt x="1466733" y="285799"/>
                  </a:lnTo>
                  <a:lnTo>
                    <a:pt x="1436195" y="253666"/>
                  </a:lnTo>
                  <a:lnTo>
                    <a:pt x="1404062" y="223128"/>
                  </a:lnTo>
                  <a:lnTo>
                    <a:pt x="1370400" y="194250"/>
                  </a:lnTo>
                  <a:lnTo>
                    <a:pt x="1335275" y="167099"/>
                  </a:lnTo>
                  <a:lnTo>
                    <a:pt x="1298754" y="141741"/>
                  </a:lnTo>
                  <a:lnTo>
                    <a:pt x="1260903" y="118241"/>
                  </a:lnTo>
                  <a:lnTo>
                    <a:pt x="1221786" y="96666"/>
                  </a:lnTo>
                  <a:lnTo>
                    <a:pt x="1181471" y="77082"/>
                  </a:lnTo>
                  <a:lnTo>
                    <a:pt x="1140023" y="59555"/>
                  </a:lnTo>
                  <a:lnTo>
                    <a:pt x="1097509" y="44151"/>
                  </a:lnTo>
                  <a:lnTo>
                    <a:pt x="1053994" y="30935"/>
                  </a:lnTo>
                  <a:lnTo>
                    <a:pt x="1009545" y="19974"/>
                  </a:lnTo>
                  <a:lnTo>
                    <a:pt x="964227" y="11334"/>
                  </a:lnTo>
                  <a:lnTo>
                    <a:pt x="918106" y="5081"/>
                  </a:lnTo>
                  <a:lnTo>
                    <a:pt x="871249" y="1281"/>
                  </a:lnTo>
                  <a:lnTo>
                    <a:pt x="82372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3941" y="1191260"/>
              <a:ext cx="866775" cy="1134110"/>
            </a:xfrm>
            <a:custGeom>
              <a:avLst/>
              <a:gdLst/>
              <a:ahLst/>
              <a:cxnLst/>
              <a:rect l="l" t="t" r="r" b="b"/>
              <a:pathLst>
                <a:path w="866775" h="1134110">
                  <a:moveTo>
                    <a:pt x="866338" y="0"/>
                  </a:moveTo>
                  <a:lnTo>
                    <a:pt x="811882" y="1717"/>
                  </a:lnTo>
                  <a:lnTo>
                    <a:pt x="757736" y="6847"/>
                  </a:lnTo>
                  <a:lnTo>
                    <a:pt x="704060" y="15361"/>
                  </a:lnTo>
                  <a:lnTo>
                    <a:pt x="651011" y="27228"/>
                  </a:lnTo>
                  <a:lnTo>
                    <a:pt x="598749" y="42417"/>
                  </a:lnTo>
                  <a:lnTo>
                    <a:pt x="553939" y="58322"/>
                  </a:lnTo>
                  <a:lnTo>
                    <a:pt x="510546" y="76415"/>
                  </a:lnTo>
                  <a:lnTo>
                    <a:pt x="468611" y="96614"/>
                  </a:lnTo>
                  <a:lnTo>
                    <a:pt x="428177" y="118834"/>
                  </a:lnTo>
                  <a:lnTo>
                    <a:pt x="389287" y="142994"/>
                  </a:lnTo>
                  <a:lnTo>
                    <a:pt x="351983" y="169009"/>
                  </a:lnTo>
                  <a:lnTo>
                    <a:pt x="316307" y="196797"/>
                  </a:lnTo>
                  <a:lnTo>
                    <a:pt x="282302" y="226274"/>
                  </a:lnTo>
                  <a:lnTo>
                    <a:pt x="250010" y="257358"/>
                  </a:lnTo>
                  <a:lnTo>
                    <a:pt x="219473" y="289964"/>
                  </a:lnTo>
                  <a:lnTo>
                    <a:pt x="190734" y="324010"/>
                  </a:lnTo>
                  <a:lnTo>
                    <a:pt x="163835" y="359414"/>
                  </a:lnTo>
                  <a:lnTo>
                    <a:pt x="138818" y="396090"/>
                  </a:lnTo>
                  <a:lnTo>
                    <a:pt x="115727" y="433957"/>
                  </a:lnTo>
                  <a:lnTo>
                    <a:pt x="94602" y="472932"/>
                  </a:lnTo>
                  <a:lnTo>
                    <a:pt x="75488" y="512930"/>
                  </a:lnTo>
                  <a:lnTo>
                    <a:pt x="58425" y="553869"/>
                  </a:lnTo>
                  <a:lnTo>
                    <a:pt x="43456" y="595666"/>
                  </a:lnTo>
                  <a:lnTo>
                    <a:pt x="30625" y="638238"/>
                  </a:lnTo>
                  <a:lnTo>
                    <a:pt x="19972" y="681500"/>
                  </a:lnTo>
                  <a:lnTo>
                    <a:pt x="11541" y="725371"/>
                  </a:lnTo>
                  <a:lnTo>
                    <a:pt x="5373" y="769767"/>
                  </a:lnTo>
                  <a:lnTo>
                    <a:pt x="1512" y="814605"/>
                  </a:lnTo>
                  <a:lnTo>
                    <a:pt x="0" y="859802"/>
                  </a:lnTo>
                  <a:lnTo>
                    <a:pt x="878" y="905274"/>
                  </a:lnTo>
                  <a:lnTo>
                    <a:pt x="4189" y="950938"/>
                  </a:lnTo>
                  <a:lnTo>
                    <a:pt x="9977" y="996712"/>
                  </a:lnTo>
                  <a:lnTo>
                    <a:pt x="18282" y="1042511"/>
                  </a:lnTo>
                  <a:lnTo>
                    <a:pt x="29148" y="1088254"/>
                  </a:lnTo>
                  <a:lnTo>
                    <a:pt x="42616" y="1133855"/>
                  </a:lnTo>
                  <a:lnTo>
                    <a:pt x="372054" y="1026667"/>
                  </a:lnTo>
                  <a:lnTo>
                    <a:pt x="361013" y="987387"/>
                  </a:lnTo>
                  <a:lnTo>
                    <a:pt x="353068" y="947404"/>
                  </a:lnTo>
                  <a:lnTo>
                    <a:pt x="348266" y="906920"/>
                  </a:lnTo>
                  <a:lnTo>
                    <a:pt x="346654" y="866139"/>
                  </a:lnTo>
                  <a:lnTo>
                    <a:pt x="348778" y="818837"/>
                  </a:lnTo>
                  <a:lnTo>
                    <a:pt x="355027" y="772724"/>
                  </a:lnTo>
                  <a:lnTo>
                    <a:pt x="365218" y="727985"/>
                  </a:lnTo>
                  <a:lnTo>
                    <a:pt x="379166" y="684802"/>
                  </a:lnTo>
                  <a:lnTo>
                    <a:pt x="396690" y="643360"/>
                  </a:lnTo>
                  <a:lnTo>
                    <a:pt x="417605" y="603842"/>
                  </a:lnTo>
                  <a:lnTo>
                    <a:pt x="441728" y="566431"/>
                  </a:lnTo>
                  <a:lnTo>
                    <a:pt x="468875" y="531311"/>
                  </a:lnTo>
                  <a:lnTo>
                    <a:pt x="498864" y="498665"/>
                  </a:lnTo>
                  <a:lnTo>
                    <a:pt x="531510" y="468677"/>
                  </a:lnTo>
                  <a:lnTo>
                    <a:pt x="566630" y="441529"/>
                  </a:lnTo>
                  <a:lnTo>
                    <a:pt x="604041" y="417406"/>
                  </a:lnTo>
                  <a:lnTo>
                    <a:pt x="643559" y="396491"/>
                  </a:lnTo>
                  <a:lnTo>
                    <a:pt x="685001" y="378968"/>
                  </a:lnTo>
                  <a:lnTo>
                    <a:pt x="728184" y="365019"/>
                  </a:lnTo>
                  <a:lnTo>
                    <a:pt x="772923" y="354828"/>
                  </a:lnTo>
                  <a:lnTo>
                    <a:pt x="819036" y="348579"/>
                  </a:lnTo>
                  <a:lnTo>
                    <a:pt x="866338" y="346455"/>
                  </a:lnTo>
                  <a:lnTo>
                    <a:pt x="86633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964054" y="1799208"/>
            <a:ext cx="55054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25" b="1">
                <a:latin typeface="Calibri"/>
                <a:cs typeface="Calibri"/>
              </a:rPr>
              <a:t>70%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6463" y="3006868"/>
            <a:ext cx="1623695" cy="5988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725"/>
              </a:spcBef>
            </a:pPr>
            <a:r>
              <a:rPr dirty="0" sz="1550" b="1">
                <a:latin typeface="Calibri"/>
                <a:cs typeface="Calibri"/>
              </a:rPr>
              <a:t>Overall</a:t>
            </a:r>
            <a:r>
              <a:rPr dirty="0" sz="1550" spc="8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Progress</a:t>
            </a:r>
            <a:endParaRPr sz="1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Project</a:t>
            </a:r>
            <a:r>
              <a:rPr dirty="0" sz="1250" spc="9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work</a:t>
            </a:r>
            <a:r>
              <a:rPr dirty="0" sz="1250" spc="8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Calibri"/>
                <a:cs typeface="Calibri"/>
              </a:rPr>
              <a:t>completed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0340" y="1191260"/>
            <a:ext cx="1732280" cy="1732280"/>
            <a:chOff x="5260340" y="1191260"/>
            <a:chExt cx="1732280" cy="1732280"/>
          </a:xfrm>
        </p:grpSpPr>
        <p:sp>
          <p:nvSpPr>
            <p:cNvPr id="10" name="object 10"/>
            <p:cNvSpPr/>
            <p:nvPr/>
          </p:nvSpPr>
          <p:spPr>
            <a:xfrm>
              <a:off x="6126480" y="1191260"/>
              <a:ext cx="866140" cy="1732280"/>
            </a:xfrm>
            <a:custGeom>
              <a:avLst/>
              <a:gdLst/>
              <a:ahLst/>
              <a:cxnLst/>
              <a:rect l="l" t="t" r="r" b="b"/>
              <a:pathLst>
                <a:path w="866140" h="1732280">
                  <a:moveTo>
                    <a:pt x="0" y="0"/>
                  </a:moveTo>
                  <a:lnTo>
                    <a:pt x="0" y="346455"/>
                  </a:lnTo>
                  <a:lnTo>
                    <a:pt x="47302" y="348579"/>
                  </a:lnTo>
                  <a:lnTo>
                    <a:pt x="93415" y="354828"/>
                  </a:lnTo>
                  <a:lnTo>
                    <a:pt x="138154" y="365019"/>
                  </a:lnTo>
                  <a:lnTo>
                    <a:pt x="181337" y="378967"/>
                  </a:lnTo>
                  <a:lnTo>
                    <a:pt x="222779" y="396491"/>
                  </a:lnTo>
                  <a:lnTo>
                    <a:pt x="262297" y="417406"/>
                  </a:lnTo>
                  <a:lnTo>
                    <a:pt x="299708" y="441529"/>
                  </a:lnTo>
                  <a:lnTo>
                    <a:pt x="334828" y="468677"/>
                  </a:lnTo>
                  <a:lnTo>
                    <a:pt x="367474" y="498665"/>
                  </a:lnTo>
                  <a:lnTo>
                    <a:pt x="397462" y="531311"/>
                  </a:lnTo>
                  <a:lnTo>
                    <a:pt x="424610" y="566431"/>
                  </a:lnTo>
                  <a:lnTo>
                    <a:pt x="448733" y="603842"/>
                  </a:lnTo>
                  <a:lnTo>
                    <a:pt x="469648" y="643360"/>
                  </a:lnTo>
                  <a:lnTo>
                    <a:pt x="487172" y="684802"/>
                  </a:lnTo>
                  <a:lnTo>
                    <a:pt x="501120" y="727985"/>
                  </a:lnTo>
                  <a:lnTo>
                    <a:pt x="511311" y="772724"/>
                  </a:lnTo>
                  <a:lnTo>
                    <a:pt x="517560" y="818837"/>
                  </a:lnTo>
                  <a:lnTo>
                    <a:pt x="519684" y="866139"/>
                  </a:lnTo>
                  <a:lnTo>
                    <a:pt x="517560" y="913442"/>
                  </a:lnTo>
                  <a:lnTo>
                    <a:pt x="511311" y="959555"/>
                  </a:lnTo>
                  <a:lnTo>
                    <a:pt x="501120" y="1004294"/>
                  </a:lnTo>
                  <a:lnTo>
                    <a:pt x="487172" y="1047477"/>
                  </a:lnTo>
                  <a:lnTo>
                    <a:pt x="469648" y="1088919"/>
                  </a:lnTo>
                  <a:lnTo>
                    <a:pt x="448733" y="1128437"/>
                  </a:lnTo>
                  <a:lnTo>
                    <a:pt x="424610" y="1165848"/>
                  </a:lnTo>
                  <a:lnTo>
                    <a:pt x="397462" y="1200968"/>
                  </a:lnTo>
                  <a:lnTo>
                    <a:pt x="367474" y="1233614"/>
                  </a:lnTo>
                  <a:lnTo>
                    <a:pt x="334828" y="1263602"/>
                  </a:lnTo>
                  <a:lnTo>
                    <a:pt x="299708" y="1290750"/>
                  </a:lnTo>
                  <a:lnTo>
                    <a:pt x="262297" y="1314873"/>
                  </a:lnTo>
                  <a:lnTo>
                    <a:pt x="222779" y="1335788"/>
                  </a:lnTo>
                  <a:lnTo>
                    <a:pt x="181337" y="1353311"/>
                  </a:lnTo>
                  <a:lnTo>
                    <a:pt x="138154" y="1367260"/>
                  </a:lnTo>
                  <a:lnTo>
                    <a:pt x="93415" y="1377451"/>
                  </a:lnTo>
                  <a:lnTo>
                    <a:pt x="47302" y="1383700"/>
                  </a:lnTo>
                  <a:lnTo>
                    <a:pt x="0" y="1385824"/>
                  </a:lnTo>
                  <a:lnTo>
                    <a:pt x="0" y="1732279"/>
                  </a:lnTo>
                  <a:lnTo>
                    <a:pt x="47527" y="1730998"/>
                  </a:lnTo>
                  <a:lnTo>
                    <a:pt x="94384" y="1727198"/>
                  </a:lnTo>
                  <a:lnTo>
                    <a:pt x="140505" y="1720945"/>
                  </a:lnTo>
                  <a:lnTo>
                    <a:pt x="185823" y="1712305"/>
                  </a:lnTo>
                  <a:lnTo>
                    <a:pt x="230272" y="1701344"/>
                  </a:lnTo>
                  <a:lnTo>
                    <a:pt x="273787" y="1688128"/>
                  </a:lnTo>
                  <a:lnTo>
                    <a:pt x="316301" y="1672724"/>
                  </a:lnTo>
                  <a:lnTo>
                    <a:pt x="357749" y="1655197"/>
                  </a:lnTo>
                  <a:lnTo>
                    <a:pt x="398064" y="1635613"/>
                  </a:lnTo>
                  <a:lnTo>
                    <a:pt x="437181" y="1614038"/>
                  </a:lnTo>
                  <a:lnTo>
                    <a:pt x="475032" y="1590538"/>
                  </a:lnTo>
                  <a:lnTo>
                    <a:pt x="511553" y="1565180"/>
                  </a:lnTo>
                  <a:lnTo>
                    <a:pt x="546678" y="1538029"/>
                  </a:lnTo>
                  <a:lnTo>
                    <a:pt x="580340" y="1509151"/>
                  </a:lnTo>
                  <a:lnTo>
                    <a:pt x="612473" y="1478613"/>
                  </a:lnTo>
                  <a:lnTo>
                    <a:pt x="643011" y="1446480"/>
                  </a:lnTo>
                  <a:lnTo>
                    <a:pt x="671889" y="1412818"/>
                  </a:lnTo>
                  <a:lnTo>
                    <a:pt x="699040" y="1377693"/>
                  </a:lnTo>
                  <a:lnTo>
                    <a:pt x="724398" y="1341172"/>
                  </a:lnTo>
                  <a:lnTo>
                    <a:pt x="747898" y="1303321"/>
                  </a:lnTo>
                  <a:lnTo>
                    <a:pt x="769473" y="1264204"/>
                  </a:lnTo>
                  <a:lnTo>
                    <a:pt x="789057" y="1223889"/>
                  </a:lnTo>
                  <a:lnTo>
                    <a:pt x="806584" y="1182441"/>
                  </a:lnTo>
                  <a:lnTo>
                    <a:pt x="821988" y="1139927"/>
                  </a:lnTo>
                  <a:lnTo>
                    <a:pt x="835204" y="1096412"/>
                  </a:lnTo>
                  <a:lnTo>
                    <a:pt x="846165" y="1051963"/>
                  </a:lnTo>
                  <a:lnTo>
                    <a:pt x="854805" y="1006645"/>
                  </a:lnTo>
                  <a:lnTo>
                    <a:pt x="861058" y="960524"/>
                  </a:lnTo>
                  <a:lnTo>
                    <a:pt x="864858" y="913667"/>
                  </a:lnTo>
                  <a:lnTo>
                    <a:pt x="866140" y="866139"/>
                  </a:lnTo>
                  <a:lnTo>
                    <a:pt x="864858" y="818612"/>
                  </a:lnTo>
                  <a:lnTo>
                    <a:pt x="861058" y="771755"/>
                  </a:lnTo>
                  <a:lnTo>
                    <a:pt x="854805" y="725634"/>
                  </a:lnTo>
                  <a:lnTo>
                    <a:pt x="846165" y="680316"/>
                  </a:lnTo>
                  <a:lnTo>
                    <a:pt x="835204" y="635867"/>
                  </a:lnTo>
                  <a:lnTo>
                    <a:pt x="821988" y="592352"/>
                  </a:lnTo>
                  <a:lnTo>
                    <a:pt x="806584" y="549838"/>
                  </a:lnTo>
                  <a:lnTo>
                    <a:pt x="789057" y="508390"/>
                  </a:lnTo>
                  <a:lnTo>
                    <a:pt x="769473" y="468075"/>
                  </a:lnTo>
                  <a:lnTo>
                    <a:pt x="747898" y="428958"/>
                  </a:lnTo>
                  <a:lnTo>
                    <a:pt x="724398" y="391107"/>
                  </a:lnTo>
                  <a:lnTo>
                    <a:pt x="699040" y="354586"/>
                  </a:lnTo>
                  <a:lnTo>
                    <a:pt x="671889" y="319461"/>
                  </a:lnTo>
                  <a:lnTo>
                    <a:pt x="643011" y="285799"/>
                  </a:lnTo>
                  <a:lnTo>
                    <a:pt x="612473" y="253666"/>
                  </a:lnTo>
                  <a:lnTo>
                    <a:pt x="580340" y="223128"/>
                  </a:lnTo>
                  <a:lnTo>
                    <a:pt x="546678" y="194250"/>
                  </a:lnTo>
                  <a:lnTo>
                    <a:pt x="511553" y="167099"/>
                  </a:lnTo>
                  <a:lnTo>
                    <a:pt x="475032" y="141741"/>
                  </a:lnTo>
                  <a:lnTo>
                    <a:pt x="437181" y="118241"/>
                  </a:lnTo>
                  <a:lnTo>
                    <a:pt x="398064" y="96666"/>
                  </a:lnTo>
                  <a:lnTo>
                    <a:pt x="357749" y="77082"/>
                  </a:lnTo>
                  <a:lnTo>
                    <a:pt x="316301" y="59555"/>
                  </a:lnTo>
                  <a:lnTo>
                    <a:pt x="273787" y="44151"/>
                  </a:lnTo>
                  <a:lnTo>
                    <a:pt x="230272" y="30935"/>
                  </a:lnTo>
                  <a:lnTo>
                    <a:pt x="185823" y="19974"/>
                  </a:lnTo>
                  <a:lnTo>
                    <a:pt x="140505" y="11334"/>
                  </a:lnTo>
                  <a:lnTo>
                    <a:pt x="94384" y="5081"/>
                  </a:lnTo>
                  <a:lnTo>
                    <a:pt x="47527" y="12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E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60340" y="1191260"/>
              <a:ext cx="866140" cy="1732280"/>
            </a:xfrm>
            <a:custGeom>
              <a:avLst/>
              <a:gdLst/>
              <a:ahLst/>
              <a:cxnLst/>
              <a:rect l="l" t="t" r="r" b="b"/>
              <a:pathLst>
                <a:path w="866139" h="1732280">
                  <a:moveTo>
                    <a:pt x="866139" y="0"/>
                  </a:moveTo>
                  <a:lnTo>
                    <a:pt x="818612" y="1281"/>
                  </a:lnTo>
                  <a:lnTo>
                    <a:pt x="771755" y="5081"/>
                  </a:lnTo>
                  <a:lnTo>
                    <a:pt x="725634" y="11334"/>
                  </a:lnTo>
                  <a:lnTo>
                    <a:pt x="680316" y="19974"/>
                  </a:lnTo>
                  <a:lnTo>
                    <a:pt x="635867" y="30935"/>
                  </a:lnTo>
                  <a:lnTo>
                    <a:pt x="592352" y="44151"/>
                  </a:lnTo>
                  <a:lnTo>
                    <a:pt x="549838" y="59555"/>
                  </a:lnTo>
                  <a:lnTo>
                    <a:pt x="508390" y="77082"/>
                  </a:lnTo>
                  <a:lnTo>
                    <a:pt x="468075" y="96666"/>
                  </a:lnTo>
                  <a:lnTo>
                    <a:pt x="428958" y="118241"/>
                  </a:lnTo>
                  <a:lnTo>
                    <a:pt x="391107" y="141741"/>
                  </a:lnTo>
                  <a:lnTo>
                    <a:pt x="354586" y="167099"/>
                  </a:lnTo>
                  <a:lnTo>
                    <a:pt x="319461" y="194250"/>
                  </a:lnTo>
                  <a:lnTo>
                    <a:pt x="285799" y="223128"/>
                  </a:lnTo>
                  <a:lnTo>
                    <a:pt x="253666" y="253666"/>
                  </a:lnTo>
                  <a:lnTo>
                    <a:pt x="223128" y="285799"/>
                  </a:lnTo>
                  <a:lnTo>
                    <a:pt x="194250" y="319461"/>
                  </a:lnTo>
                  <a:lnTo>
                    <a:pt x="167099" y="354586"/>
                  </a:lnTo>
                  <a:lnTo>
                    <a:pt x="141741" y="391107"/>
                  </a:lnTo>
                  <a:lnTo>
                    <a:pt x="118241" y="428958"/>
                  </a:lnTo>
                  <a:lnTo>
                    <a:pt x="96666" y="468075"/>
                  </a:lnTo>
                  <a:lnTo>
                    <a:pt x="77082" y="508390"/>
                  </a:lnTo>
                  <a:lnTo>
                    <a:pt x="59555" y="549838"/>
                  </a:lnTo>
                  <a:lnTo>
                    <a:pt x="44151" y="592352"/>
                  </a:lnTo>
                  <a:lnTo>
                    <a:pt x="30935" y="635867"/>
                  </a:lnTo>
                  <a:lnTo>
                    <a:pt x="19974" y="680316"/>
                  </a:lnTo>
                  <a:lnTo>
                    <a:pt x="11334" y="725634"/>
                  </a:lnTo>
                  <a:lnTo>
                    <a:pt x="5081" y="771755"/>
                  </a:lnTo>
                  <a:lnTo>
                    <a:pt x="1281" y="818612"/>
                  </a:lnTo>
                  <a:lnTo>
                    <a:pt x="0" y="866139"/>
                  </a:lnTo>
                  <a:lnTo>
                    <a:pt x="1281" y="913667"/>
                  </a:lnTo>
                  <a:lnTo>
                    <a:pt x="5081" y="960524"/>
                  </a:lnTo>
                  <a:lnTo>
                    <a:pt x="11334" y="1006645"/>
                  </a:lnTo>
                  <a:lnTo>
                    <a:pt x="19974" y="1051963"/>
                  </a:lnTo>
                  <a:lnTo>
                    <a:pt x="30935" y="1096412"/>
                  </a:lnTo>
                  <a:lnTo>
                    <a:pt x="44151" y="1139927"/>
                  </a:lnTo>
                  <a:lnTo>
                    <a:pt x="59555" y="1182441"/>
                  </a:lnTo>
                  <a:lnTo>
                    <a:pt x="77082" y="1223889"/>
                  </a:lnTo>
                  <a:lnTo>
                    <a:pt x="96666" y="1264204"/>
                  </a:lnTo>
                  <a:lnTo>
                    <a:pt x="118241" y="1303321"/>
                  </a:lnTo>
                  <a:lnTo>
                    <a:pt x="141741" y="1341172"/>
                  </a:lnTo>
                  <a:lnTo>
                    <a:pt x="167099" y="1377693"/>
                  </a:lnTo>
                  <a:lnTo>
                    <a:pt x="194250" y="1412818"/>
                  </a:lnTo>
                  <a:lnTo>
                    <a:pt x="223128" y="1446480"/>
                  </a:lnTo>
                  <a:lnTo>
                    <a:pt x="253666" y="1478613"/>
                  </a:lnTo>
                  <a:lnTo>
                    <a:pt x="285799" y="1509151"/>
                  </a:lnTo>
                  <a:lnTo>
                    <a:pt x="319461" y="1538029"/>
                  </a:lnTo>
                  <a:lnTo>
                    <a:pt x="354586" y="1565180"/>
                  </a:lnTo>
                  <a:lnTo>
                    <a:pt x="391107" y="1590538"/>
                  </a:lnTo>
                  <a:lnTo>
                    <a:pt x="428958" y="1614038"/>
                  </a:lnTo>
                  <a:lnTo>
                    <a:pt x="468075" y="1635613"/>
                  </a:lnTo>
                  <a:lnTo>
                    <a:pt x="508390" y="1655197"/>
                  </a:lnTo>
                  <a:lnTo>
                    <a:pt x="549838" y="1672724"/>
                  </a:lnTo>
                  <a:lnTo>
                    <a:pt x="592352" y="1688128"/>
                  </a:lnTo>
                  <a:lnTo>
                    <a:pt x="635867" y="1701344"/>
                  </a:lnTo>
                  <a:lnTo>
                    <a:pt x="680316" y="1712305"/>
                  </a:lnTo>
                  <a:lnTo>
                    <a:pt x="725634" y="1720945"/>
                  </a:lnTo>
                  <a:lnTo>
                    <a:pt x="771755" y="1727198"/>
                  </a:lnTo>
                  <a:lnTo>
                    <a:pt x="818612" y="1730998"/>
                  </a:lnTo>
                  <a:lnTo>
                    <a:pt x="866139" y="1732279"/>
                  </a:lnTo>
                  <a:lnTo>
                    <a:pt x="866139" y="1385824"/>
                  </a:lnTo>
                  <a:lnTo>
                    <a:pt x="818837" y="1383700"/>
                  </a:lnTo>
                  <a:lnTo>
                    <a:pt x="772724" y="1377451"/>
                  </a:lnTo>
                  <a:lnTo>
                    <a:pt x="727985" y="1367260"/>
                  </a:lnTo>
                  <a:lnTo>
                    <a:pt x="684802" y="1353312"/>
                  </a:lnTo>
                  <a:lnTo>
                    <a:pt x="643360" y="1335788"/>
                  </a:lnTo>
                  <a:lnTo>
                    <a:pt x="603842" y="1314873"/>
                  </a:lnTo>
                  <a:lnTo>
                    <a:pt x="566431" y="1290750"/>
                  </a:lnTo>
                  <a:lnTo>
                    <a:pt x="531311" y="1263602"/>
                  </a:lnTo>
                  <a:lnTo>
                    <a:pt x="498665" y="1233614"/>
                  </a:lnTo>
                  <a:lnTo>
                    <a:pt x="468677" y="1200968"/>
                  </a:lnTo>
                  <a:lnTo>
                    <a:pt x="441529" y="1165848"/>
                  </a:lnTo>
                  <a:lnTo>
                    <a:pt x="417406" y="1128437"/>
                  </a:lnTo>
                  <a:lnTo>
                    <a:pt x="396491" y="1088919"/>
                  </a:lnTo>
                  <a:lnTo>
                    <a:pt x="378968" y="1047477"/>
                  </a:lnTo>
                  <a:lnTo>
                    <a:pt x="365019" y="1004294"/>
                  </a:lnTo>
                  <a:lnTo>
                    <a:pt x="354828" y="959555"/>
                  </a:lnTo>
                  <a:lnTo>
                    <a:pt x="348579" y="913442"/>
                  </a:lnTo>
                  <a:lnTo>
                    <a:pt x="346456" y="866139"/>
                  </a:lnTo>
                  <a:lnTo>
                    <a:pt x="348579" y="818837"/>
                  </a:lnTo>
                  <a:lnTo>
                    <a:pt x="354828" y="772724"/>
                  </a:lnTo>
                  <a:lnTo>
                    <a:pt x="365019" y="727985"/>
                  </a:lnTo>
                  <a:lnTo>
                    <a:pt x="378967" y="684802"/>
                  </a:lnTo>
                  <a:lnTo>
                    <a:pt x="396491" y="643360"/>
                  </a:lnTo>
                  <a:lnTo>
                    <a:pt x="417406" y="603842"/>
                  </a:lnTo>
                  <a:lnTo>
                    <a:pt x="441529" y="566431"/>
                  </a:lnTo>
                  <a:lnTo>
                    <a:pt x="468677" y="531311"/>
                  </a:lnTo>
                  <a:lnTo>
                    <a:pt x="498665" y="498665"/>
                  </a:lnTo>
                  <a:lnTo>
                    <a:pt x="531311" y="468677"/>
                  </a:lnTo>
                  <a:lnTo>
                    <a:pt x="566431" y="441529"/>
                  </a:lnTo>
                  <a:lnTo>
                    <a:pt x="603842" y="417406"/>
                  </a:lnTo>
                  <a:lnTo>
                    <a:pt x="643360" y="396491"/>
                  </a:lnTo>
                  <a:lnTo>
                    <a:pt x="684802" y="378968"/>
                  </a:lnTo>
                  <a:lnTo>
                    <a:pt x="727985" y="365019"/>
                  </a:lnTo>
                  <a:lnTo>
                    <a:pt x="772724" y="354828"/>
                  </a:lnTo>
                  <a:lnTo>
                    <a:pt x="818837" y="348579"/>
                  </a:lnTo>
                  <a:lnTo>
                    <a:pt x="866139" y="346455"/>
                  </a:lnTo>
                  <a:lnTo>
                    <a:pt x="86613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853176" y="1799208"/>
            <a:ext cx="55181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25" b="1">
                <a:latin typeface="Calibri"/>
                <a:cs typeface="Calibri"/>
              </a:rPr>
              <a:t>50%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6575" y="3006868"/>
            <a:ext cx="1031240" cy="5988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1550" spc="-10" b="1">
                <a:latin typeface="Calibri"/>
                <a:cs typeface="Calibri"/>
              </a:rPr>
              <a:t>Coding</a:t>
            </a:r>
            <a:endParaRPr sz="1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of</a:t>
            </a:r>
            <a:r>
              <a:rPr dirty="0" sz="1250" spc="7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total</a:t>
            </a:r>
            <a:r>
              <a:rPr dirty="0" sz="1250" spc="2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Calibri"/>
                <a:cs typeface="Calibri"/>
              </a:rPr>
              <a:t>project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46344" y="1191260"/>
            <a:ext cx="1732914" cy="1732914"/>
            <a:chOff x="9146344" y="1191260"/>
            <a:chExt cx="1732914" cy="1732914"/>
          </a:xfrm>
        </p:grpSpPr>
        <p:sp>
          <p:nvSpPr>
            <p:cNvPr id="15" name="object 15"/>
            <p:cNvSpPr/>
            <p:nvPr/>
          </p:nvSpPr>
          <p:spPr>
            <a:xfrm>
              <a:off x="10012679" y="1191260"/>
              <a:ext cx="824230" cy="705485"/>
            </a:xfrm>
            <a:custGeom>
              <a:avLst/>
              <a:gdLst/>
              <a:ahLst/>
              <a:cxnLst/>
              <a:rect l="l" t="t" r="r" b="b"/>
              <a:pathLst>
                <a:path w="824229" h="705485">
                  <a:moveTo>
                    <a:pt x="0" y="0"/>
                  </a:moveTo>
                  <a:lnTo>
                    <a:pt x="0" y="346455"/>
                  </a:lnTo>
                  <a:lnTo>
                    <a:pt x="47820" y="348646"/>
                  </a:lnTo>
                  <a:lnTo>
                    <a:pt x="94627" y="355107"/>
                  </a:lnTo>
                  <a:lnTo>
                    <a:pt x="140192" y="365672"/>
                  </a:lnTo>
                  <a:lnTo>
                    <a:pt x="184289" y="380178"/>
                  </a:lnTo>
                  <a:lnTo>
                    <a:pt x="226688" y="398457"/>
                  </a:lnTo>
                  <a:lnTo>
                    <a:pt x="267162" y="420344"/>
                  </a:lnTo>
                  <a:lnTo>
                    <a:pt x="305482" y="445674"/>
                  </a:lnTo>
                  <a:lnTo>
                    <a:pt x="341421" y="474282"/>
                  </a:lnTo>
                  <a:lnTo>
                    <a:pt x="374751" y="506001"/>
                  </a:lnTo>
                  <a:lnTo>
                    <a:pt x="405244" y="540667"/>
                  </a:lnTo>
                  <a:lnTo>
                    <a:pt x="432672" y="578114"/>
                  </a:lnTo>
                  <a:lnTo>
                    <a:pt x="456806" y="618176"/>
                  </a:lnTo>
                  <a:lnTo>
                    <a:pt x="477419" y="660688"/>
                  </a:lnTo>
                  <a:lnTo>
                    <a:pt x="494284" y="705485"/>
                  </a:lnTo>
                  <a:lnTo>
                    <a:pt x="823722" y="598551"/>
                  </a:lnTo>
                  <a:lnTo>
                    <a:pt x="807384" y="552666"/>
                  </a:lnTo>
                  <a:lnTo>
                    <a:pt x="788676" y="508150"/>
                  </a:lnTo>
                  <a:lnTo>
                    <a:pt x="767683" y="465066"/>
                  </a:lnTo>
                  <a:lnTo>
                    <a:pt x="744491" y="423475"/>
                  </a:lnTo>
                  <a:lnTo>
                    <a:pt x="719187" y="383440"/>
                  </a:lnTo>
                  <a:lnTo>
                    <a:pt x="691854" y="345023"/>
                  </a:lnTo>
                  <a:lnTo>
                    <a:pt x="662580" y="308288"/>
                  </a:lnTo>
                  <a:lnTo>
                    <a:pt x="631449" y="273295"/>
                  </a:lnTo>
                  <a:lnTo>
                    <a:pt x="598548" y="240108"/>
                  </a:lnTo>
                  <a:lnTo>
                    <a:pt x="563962" y="208789"/>
                  </a:lnTo>
                  <a:lnTo>
                    <a:pt x="527776" y="179400"/>
                  </a:lnTo>
                  <a:lnTo>
                    <a:pt x="490077" y="152004"/>
                  </a:lnTo>
                  <a:lnTo>
                    <a:pt x="450951" y="126662"/>
                  </a:lnTo>
                  <a:lnTo>
                    <a:pt x="410482" y="103439"/>
                  </a:lnTo>
                  <a:lnTo>
                    <a:pt x="368756" y="82394"/>
                  </a:lnTo>
                  <a:lnTo>
                    <a:pt x="325860" y="63593"/>
                  </a:lnTo>
                  <a:lnTo>
                    <a:pt x="281879" y="47095"/>
                  </a:lnTo>
                  <a:lnTo>
                    <a:pt x="236898" y="32965"/>
                  </a:lnTo>
                  <a:lnTo>
                    <a:pt x="191003" y="21264"/>
                  </a:lnTo>
                  <a:lnTo>
                    <a:pt x="144280" y="12054"/>
                  </a:lnTo>
                  <a:lnTo>
                    <a:pt x="96815" y="5399"/>
                  </a:lnTo>
                  <a:lnTo>
                    <a:pt x="48693" y="1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C5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6344" y="1191260"/>
              <a:ext cx="1732914" cy="1732914"/>
            </a:xfrm>
            <a:custGeom>
              <a:avLst/>
              <a:gdLst/>
              <a:ahLst/>
              <a:cxnLst/>
              <a:rect l="l" t="t" r="r" b="b"/>
              <a:pathLst>
                <a:path w="1732915" h="1732914">
                  <a:moveTo>
                    <a:pt x="866335" y="0"/>
                  </a:moveTo>
                  <a:lnTo>
                    <a:pt x="811877" y="1717"/>
                  </a:lnTo>
                  <a:lnTo>
                    <a:pt x="757724" y="6847"/>
                  </a:lnTo>
                  <a:lnTo>
                    <a:pt x="704029" y="15361"/>
                  </a:lnTo>
                  <a:lnTo>
                    <a:pt x="650943" y="27228"/>
                  </a:lnTo>
                  <a:lnTo>
                    <a:pt x="598619" y="42417"/>
                  </a:lnTo>
                  <a:lnTo>
                    <a:pt x="553821" y="58322"/>
                  </a:lnTo>
                  <a:lnTo>
                    <a:pt x="510439" y="76415"/>
                  </a:lnTo>
                  <a:lnTo>
                    <a:pt x="468515" y="96614"/>
                  </a:lnTo>
                  <a:lnTo>
                    <a:pt x="428091" y="118834"/>
                  </a:lnTo>
                  <a:lnTo>
                    <a:pt x="389211" y="142993"/>
                  </a:lnTo>
                  <a:lnTo>
                    <a:pt x="351915" y="169008"/>
                  </a:lnTo>
                  <a:lnTo>
                    <a:pt x="316248" y="196795"/>
                  </a:lnTo>
                  <a:lnTo>
                    <a:pt x="282250" y="226272"/>
                  </a:lnTo>
                  <a:lnTo>
                    <a:pt x="249965" y="257354"/>
                  </a:lnTo>
                  <a:lnTo>
                    <a:pt x="219434" y="289959"/>
                  </a:lnTo>
                  <a:lnTo>
                    <a:pt x="190701" y="324004"/>
                  </a:lnTo>
                  <a:lnTo>
                    <a:pt x="163807" y="359405"/>
                  </a:lnTo>
                  <a:lnTo>
                    <a:pt x="138795" y="396080"/>
                  </a:lnTo>
                  <a:lnTo>
                    <a:pt x="115708" y="433944"/>
                  </a:lnTo>
                  <a:lnTo>
                    <a:pt x="94587" y="472916"/>
                  </a:lnTo>
                  <a:lnTo>
                    <a:pt x="75476" y="512911"/>
                  </a:lnTo>
                  <a:lnTo>
                    <a:pt x="58416" y="553846"/>
                  </a:lnTo>
                  <a:lnTo>
                    <a:pt x="43450" y="595639"/>
                  </a:lnTo>
                  <a:lnTo>
                    <a:pt x="30620" y="638205"/>
                  </a:lnTo>
                  <a:lnTo>
                    <a:pt x="19969" y="681463"/>
                  </a:lnTo>
                  <a:lnTo>
                    <a:pt x="11539" y="725328"/>
                  </a:lnTo>
                  <a:lnTo>
                    <a:pt x="5372" y="769717"/>
                  </a:lnTo>
                  <a:lnTo>
                    <a:pt x="1512" y="814548"/>
                  </a:lnTo>
                  <a:lnTo>
                    <a:pt x="0" y="859737"/>
                  </a:lnTo>
                  <a:lnTo>
                    <a:pt x="878" y="905200"/>
                  </a:lnTo>
                  <a:lnTo>
                    <a:pt x="4189" y="950855"/>
                  </a:lnTo>
                  <a:lnTo>
                    <a:pt x="9976" y="996619"/>
                  </a:lnTo>
                  <a:lnTo>
                    <a:pt x="18280" y="1042408"/>
                  </a:lnTo>
                  <a:lnTo>
                    <a:pt x="29145" y="1088139"/>
                  </a:lnTo>
                  <a:lnTo>
                    <a:pt x="42613" y="1133728"/>
                  </a:lnTo>
                  <a:lnTo>
                    <a:pt x="58517" y="1178538"/>
                  </a:lnTo>
                  <a:lnTo>
                    <a:pt x="76610" y="1221932"/>
                  </a:lnTo>
                  <a:lnTo>
                    <a:pt x="96809" y="1263867"/>
                  </a:lnTo>
                  <a:lnTo>
                    <a:pt x="119029" y="1304300"/>
                  </a:lnTo>
                  <a:lnTo>
                    <a:pt x="143188" y="1343190"/>
                  </a:lnTo>
                  <a:lnTo>
                    <a:pt x="169203" y="1380494"/>
                  </a:lnTo>
                  <a:lnTo>
                    <a:pt x="196990" y="1416169"/>
                  </a:lnTo>
                  <a:lnTo>
                    <a:pt x="226467" y="1450174"/>
                  </a:lnTo>
                  <a:lnTo>
                    <a:pt x="257549" y="1482466"/>
                  </a:lnTo>
                  <a:lnTo>
                    <a:pt x="290154" y="1513002"/>
                  </a:lnTo>
                  <a:lnTo>
                    <a:pt x="324199" y="1541741"/>
                  </a:lnTo>
                  <a:lnTo>
                    <a:pt x="359601" y="1568639"/>
                  </a:lnTo>
                  <a:lnTo>
                    <a:pt x="396275" y="1593656"/>
                  </a:lnTo>
                  <a:lnTo>
                    <a:pt x="434139" y="1616747"/>
                  </a:lnTo>
                  <a:lnTo>
                    <a:pt x="473111" y="1637871"/>
                  </a:lnTo>
                  <a:lnTo>
                    <a:pt x="513106" y="1656985"/>
                  </a:lnTo>
                  <a:lnTo>
                    <a:pt x="554041" y="1674048"/>
                  </a:lnTo>
                  <a:lnTo>
                    <a:pt x="595834" y="1689016"/>
                  </a:lnTo>
                  <a:lnTo>
                    <a:pt x="638400" y="1701848"/>
                  </a:lnTo>
                  <a:lnTo>
                    <a:pt x="681658" y="1712500"/>
                  </a:lnTo>
                  <a:lnTo>
                    <a:pt x="725523" y="1720932"/>
                  </a:lnTo>
                  <a:lnTo>
                    <a:pt x="769912" y="1727099"/>
                  </a:lnTo>
                  <a:lnTo>
                    <a:pt x="814743" y="1730961"/>
                  </a:lnTo>
                  <a:lnTo>
                    <a:pt x="859932" y="1732474"/>
                  </a:lnTo>
                  <a:lnTo>
                    <a:pt x="905395" y="1731596"/>
                  </a:lnTo>
                  <a:lnTo>
                    <a:pt x="951050" y="1728285"/>
                  </a:lnTo>
                  <a:lnTo>
                    <a:pt x="996814" y="1722498"/>
                  </a:lnTo>
                  <a:lnTo>
                    <a:pt x="1042603" y="1714194"/>
                  </a:lnTo>
                  <a:lnTo>
                    <a:pt x="1088334" y="1703329"/>
                  </a:lnTo>
                  <a:lnTo>
                    <a:pt x="1133924" y="1689862"/>
                  </a:lnTo>
                  <a:lnTo>
                    <a:pt x="1178734" y="1673957"/>
                  </a:lnTo>
                  <a:lnTo>
                    <a:pt x="1222127" y="1655864"/>
                  </a:lnTo>
                  <a:lnTo>
                    <a:pt x="1264062" y="1635665"/>
                  </a:lnTo>
                  <a:lnTo>
                    <a:pt x="1304495" y="1613445"/>
                  </a:lnTo>
                  <a:lnTo>
                    <a:pt x="1343385" y="1589285"/>
                  </a:lnTo>
                  <a:lnTo>
                    <a:pt x="1380689" y="1563270"/>
                  </a:lnTo>
                  <a:lnTo>
                    <a:pt x="1416364" y="1535482"/>
                  </a:lnTo>
                  <a:lnTo>
                    <a:pt x="1450369" y="1506005"/>
                  </a:lnTo>
                  <a:lnTo>
                    <a:pt x="1482661" y="1474921"/>
                  </a:lnTo>
                  <a:lnTo>
                    <a:pt x="1513197" y="1442315"/>
                  </a:lnTo>
                  <a:lnTo>
                    <a:pt x="1541936" y="1408269"/>
                  </a:lnTo>
                  <a:lnTo>
                    <a:pt x="1568835" y="1372865"/>
                  </a:lnTo>
                  <a:lnTo>
                    <a:pt x="1593851" y="1336189"/>
                  </a:lnTo>
                  <a:lnTo>
                    <a:pt x="1616942" y="1298322"/>
                  </a:lnTo>
                  <a:lnTo>
                    <a:pt x="1638066" y="1259347"/>
                  </a:lnTo>
                  <a:lnTo>
                    <a:pt x="1657180" y="1219349"/>
                  </a:lnTo>
                  <a:lnTo>
                    <a:pt x="1674243" y="1178410"/>
                  </a:lnTo>
                  <a:lnTo>
                    <a:pt x="1689211" y="1136613"/>
                  </a:lnTo>
                  <a:lnTo>
                    <a:pt x="1702043" y="1094041"/>
                  </a:lnTo>
                  <a:lnTo>
                    <a:pt x="1712695" y="1050779"/>
                  </a:lnTo>
                  <a:lnTo>
                    <a:pt x="1721127" y="1006908"/>
                  </a:lnTo>
                  <a:lnTo>
                    <a:pt x="1727294" y="962512"/>
                  </a:lnTo>
                  <a:lnTo>
                    <a:pt x="1731156" y="917674"/>
                  </a:lnTo>
                  <a:lnTo>
                    <a:pt x="1732669" y="872477"/>
                  </a:lnTo>
                  <a:lnTo>
                    <a:pt x="1731791" y="827005"/>
                  </a:lnTo>
                  <a:lnTo>
                    <a:pt x="1728480" y="781341"/>
                  </a:lnTo>
                  <a:lnTo>
                    <a:pt x="1722693" y="735567"/>
                  </a:lnTo>
                  <a:lnTo>
                    <a:pt x="1714389" y="689768"/>
                  </a:lnTo>
                  <a:lnTo>
                    <a:pt x="1703524" y="644025"/>
                  </a:lnTo>
                  <a:lnTo>
                    <a:pt x="1690057" y="598424"/>
                  </a:lnTo>
                  <a:lnTo>
                    <a:pt x="1360619" y="705612"/>
                  </a:lnTo>
                  <a:lnTo>
                    <a:pt x="1371660" y="744892"/>
                  </a:lnTo>
                  <a:lnTo>
                    <a:pt x="1379605" y="784875"/>
                  </a:lnTo>
                  <a:lnTo>
                    <a:pt x="1384407" y="825359"/>
                  </a:lnTo>
                  <a:lnTo>
                    <a:pt x="1386019" y="866139"/>
                  </a:lnTo>
                  <a:lnTo>
                    <a:pt x="1383895" y="913442"/>
                  </a:lnTo>
                  <a:lnTo>
                    <a:pt x="1377646" y="959555"/>
                  </a:lnTo>
                  <a:lnTo>
                    <a:pt x="1367455" y="1004294"/>
                  </a:lnTo>
                  <a:lnTo>
                    <a:pt x="1353507" y="1047477"/>
                  </a:lnTo>
                  <a:lnTo>
                    <a:pt x="1335983" y="1088919"/>
                  </a:lnTo>
                  <a:lnTo>
                    <a:pt x="1315068" y="1128437"/>
                  </a:lnTo>
                  <a:lnTo>
                    <a:pt x="1290945" y="1165848"/>
                  </a:lnTo>
                  <a:lnTo>
                    <a:pt x="1263798" y="1200968"/>
                  </a:lnTo>
                  <a:lnTo>
                    <a:pt x="1233809" y="1233614"/>
                  </a:lnTo>
                  <a:lnTo>
                    <a:pt x="1201163" y="1263602"/>
                  </a:lnTo>
                  <a:lnTo>
                    <a:pt x="1166043" y="1290750"/>
                  </a:lnTo>
                  <a:lnTo>
                    <a:pt x="1128632" y="1314873"/>
                  </a:lnTo>
                  <a:lnTo>
                    <a:pt x="1089114" y="1335788"/>
                  </a:lnTo>
                  <a:lnTo>
                    <a:pt x="1047672" y="1353311"/>
                  </a:lnTo>
                  <a:lnTo>
                    <a:pt x="1004489" y="1367260"/>
                  </a:lnTo>
                  <a:lnTo>
                    <a:pt x="959750" y="1377451"/>
                  </a:lnTo>
                  <a:lnTo>
                    <a:pt x="913637" y="1383700"/>
                  </a:lnTo>
                  <a:lnTo>
                    <a:pt x="866335" y="1385824"/>
                  </a:lnTo>
                  <a:lnTo>
                    <a:pt x="819032" y="1383700"/>
                  </a:lnTo>
                  <a:lnTo>
                    <a:pt x="772919" y="1377451"/>
                  </a:lnTo>
                  <a:lnTo>
                    <a:pt x="728180" y="1367260"/>
                  </a:lnTo>
                  <a:lnTo>
                    <a:pt x="684997" y="1353312"/>
                  </a:lnTo>
                  <a:lnTo>
                    <a:pt x="643555" y="1335788"/>
                  </a:lnTo>
                  <a:lnTo>
                    <a:pt x="604037" y="1314873"/>
                  </a:lnTo>
                  <a:lnTo>
                    <a:pt x="566626" y="1290750"/>
                  </a:lnTo>
                  <a:lnTo>
                    <a:pt x="531506" y="1263602"/>
                  </a:lnTo>
                  <a:lnTo>
                    <a:pt x="498860" y="1233614"/>
                  </a:lnTo>
                  <a:lnTo>
                    <a:pt x="468872" y="1200968"/>
                  </a:lnTo>
                  <a:lnTo>
                    <a:pt x="441724" y="1165848"/>
                  </a:lnTo>
                  <a:lnTo>
                    <a:pt x="417601" y="1128437"/>
                  </a:lnTo>
                  <a:lnTo>
                    <a:pt x="396686" y="1088919"/>
                  </a:lnTo>
                  <a:lnTo>
                    <a:pt x="379163" y="1047477"/>
                  </a:lnTo>
                  <a:lnTo>
                    <a:pt x="365214" y="1004294"/>
                  </a:lnTo>
                  <a:lnTo>
                    <a:pt x="355023" y="959555"/>
                  </a:lnTo>
                  <a:lnTo>
                    <a:pt x="348774" y="913442"/>
                  </a:lnTo>
                  <a:lnTo>
                    <a:pt x="346651" y="866139"/>
                  </a:lnTo>
                  <a:lnTo>
                    <a:pt x="348774" y="818837"/>
                  </a:lnTo>
                  <a:lnTo>
                    <a:pt x="355023" y="772724"/>
                  </a:lnTo>
                  <a:lnTo>
                    <a:pt x="365214" y="727985"/>
                  </a:lnTo>
                  <a:lnTo>
                    <a:pt x="379163" y="684802"/>
                  </a:lnTo>
                  <a:lnTo>
                    <a:pt x="396686" y="643360"/>
                  </a:lnTo>
                  <a:lnTo>
                    <a:pt x="417601" y="603842"/>
                  </a:lnTo>
                  <a:lnTo>
                    <a:pt x="441724" y="566431"/>
                  </a:lnTo>
                  <a:lnTo>
                    <a:pt x="468872" y="531311"/>
                  </a:lnTo>
                  <a:lnTo>
                    <a:pt x="498860" y="498665"/>
                  </a:lnTo>
                  <a:lnTo>
                    <a:pt x="531506" y="468677"/>
                  </a:lnTo>
                  <a:lnTo>
                    <a:pt x="566626" y="441529"/>
                  </a:lnTo>
                  <a:lnTo>
                    <a:pt x="604037" y="417406"/>
                  </a:lnTo>
                  <a:lnTo>
                    <a:pt x="643555" y="396491"/>
                  </a:lnTo>
                  <a:lnTo>
                    <a:pt x="684997" y="378968"/>
                  </a:lnTo>
                  <a:lnTo>
                    <a:pt x="728180" y="365019"/>
                  </a:lnTo>
                  <a:lnTo>
                    <a:pt x="772919" y="354828"/>
                  </a:lnTo>
                  <a:lnTo>
                    <a:pt x="819032" y="348579"/>
                  </a:lnTo>
                  <a:lnTo>
                    <a:pt x="866335" y="346455"/>
                  </a:lnTo>
                  <a:lnTo>
                    <a:pt x="86633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742551" y="1799208"/>
            <a:ext cx="55054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25" b="1">
                <a:latin typeface="Calibri"/>
                <a:cs typeface="Calibri"/>
              </a:rPr>
              <a:t>20%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05695" y="3006868"/>
            <a:ext cx="1031240" cy="5988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25"/>
              </a:spcBef>
            </a:pPr>
            <a:r>
              <a:rPr dirty="0" sz="1550" spc="-10" b="1">
                <a:latin typeface="Calibri"/>
                <a:cs typeface="Calibri"/>
              </a:rPr>
              <a:t>Testing</a:t>
            </a:r>
            <a:endParaRPr sz="1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of</a:t>
            </a:r>
            <a:r>
              <a:rPr dirty="0" sz="1250" spc="7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666666"/>
                </a:solidFill>
                <a:latin typeface="Calibri"/>
                <a:cs typeface="Calibri"/>
              </a:rPr>
              <a:t>total</a:t>
            </a:r>
            <a:r>
              <a:rPr dirty="0" sz="1250" spc="2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Calibri"/>
                <a:cs typeface="Calibri"/>
              </a:rPr>
              <a:t>project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3425" y="3886200"/>
            <a:ext cx="10696575" cy="381000"/>
          </a:xfrm>
          <a:custGeom>
            <a:avLst/>
            <a:gdLst/>
            <a:ahLst/>
            <a:cxnLst/>
            <a:rect l="l" t="t" r="r" b="b"/>
            <a:pathLst>
              <a:path w="10696575" h="381000">
                <a:moveTo>
                  <a:pt x="1064209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2"/>
                </a:lnTo>
                <a:lnTo>
                  <a:pt x="0" y="326517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0642092" y="381000"/>
                </a:lnTo>
                <a:lnTo>
                  <a:pt x="10663302" y="376719"/>
                </a:lnTo>
                <a:lnTo>
                  <a:pt x="10680620" y="365045"/>
                </a:lnTo>
                <a:lnTo>
                  <a:pt x="10692294" y="347727"/>
                </a:lnTo>
                <a:lnTo>
                  <a:pt x="10696575" y="326517"/>
                </a:lnTo>
                <a:lnTo>
                  <a:pt x="10696575" y="54482"/>
                </a:lnTo>
                <a:lnTo>
                  <a:pt x="10692294" y="33272"/>
                </a:lnTo>
                <a:lnTo>
                  <a:pt x="10680620" y="15954"/>
                </a:lnTo>
                <a:lnTo>
                  <a:pt x="10663302" y="4280"/>
                </a:lnTo>
                <a:lnTo>
                  <a:pt x="10642092" y="0"/>
                </a:lnTo>
                <a:close/>
              </a:path>
            </a:pathLst>
          </a:custGeom>
          <a:solidFill>
            <a:srgbClr val="DC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3425" y="4343400"/>
            <a:ext cx="10696575" cy="381000"/>
          </a:xfrm>
          <a:custGeom>
            <a:avLst/>
            <a:gdLst/>
            <a:ahLst/>
            <a:cxnLst/>
            <a:rect l="l" t="t" r="r" b="b"/>
            <a:pathLst>
              <a:path w="10696575" h="381000">
                <a:moveTo>
                  <a:pt x="1064209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2"/>
                </a:lnTo>
                <a:lnTo>
                  <a:pt x="0" y="326517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0642092" y="381000"/>
                </a:lnTo>
                <a:lnTo>
                  <a:pt x="10663302" y="376719"/>
                </a:lnTo>
                <a:lnTo>
                  <a:pt x="10680620" y="365045"/>
                </a:lnTo>
                <a:lnTo>
                  <a:pt x="10692294" y="347727"/>
                </a:lnTo>
                <a:lnTo>
                  <a:pt x="10696575" y="326517"/>
                </a:lnTo>
                <a:lnTo>
                  <a:pt x="10696575" y="54482"/>
                </a:lnTo>
                <a:lnTo>
                  <a:pt x="10692294" y="33272"/>
                </a:lnTo>
                <a:lnTo>
                  <a:pt x="10680620" y="15954"/>
                </a:lnTo>
                <a:lnTo>
                  <a:pt x="10663302" y="4280"/>
                </a:lnTo>
                <a:lnTo>
                  <a:pt x="10642092" y="0"/>
                </a:lnTo>
                <a:close/>
              </a:path>
            </a:pathLst>
          </a:custGeom>
          <a:solidFill>
            <a:srgbClr val="DC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3425" y="4800600"/>
            <a:ext cx="10696575" cy="381000"/>
          </a:xfrm>
          <a:custGeom>
            <a:avLst/>
            <a:gdLst/>
            <a:ahLst/>
            <a:cxnLst/>
            <a:rect l="l" t="t" r="r" b="b"/>
            <a:pathLst>
              <a:path w="10696575" h="381000">
                <a:moveTo>
                  <a:pt x="1064209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2"/>
                </a:lnTo>
                <a:lnTo>
                  <a:pt x="0" y="326517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0642092" y="381000"/>
                </a:lnTo>
                <a:lnTo>
                  <a:pt x="10663302" y="376719"/>
                </a:lnTo>
                <a:lnTo>
                  <a:pt x="10680620" y="365045"/>
                </a:lnTo>
                <a:lnTo>
                  <a:pt x="10692294" y="347727"/>
                </a:lnTo>
                <a:lnTo>
                  <a:pt x="10696575" y="326517"/>
                </a:lnTo>
                <a:lnTo>
                  <a:pt x="10696575" y="54482"/>
                </a:lnTo>
                <a:lnTo>
                  <a:pt x="10692294" y="33272"/>
                </a:lnTo>
                <a:lnTo>
                  <a:pt x="10680620" y="15954"/>
                </a:lnTo>
                <a:lnTo>
                  <a:pt x="10663302" y="4280"/>
                </a:lnTo>
                <a:lnTo>
                  <a:pt x="10642092" y="0"/>
                </a:lnTo>
                <a:close/>
              </a:path>
            </a:pathLst>
          </a:custGeom>
          <a:solidFill>
            <a:srgbClr val="DFEF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3425" y="5257800"/>
            <a:ext cx="10696575" cy="381000"/>
          </a:xfrm>
          <a:custGeom>
            <a:avLst/>
            <a:gdLst/>
            <a:ahLst/>
            <a:cxnLst/>
            <a:rect l="l" t="t" r="r" b="b"/>
            <a:pathLst>
              <a:path w="10696575" h="381000">
                <a:moveTo>
                  <a:pt x="1064209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33"/>
                </a:lnTo>
                <a:lnTo>
                  <a:pt x="15943" y="365050"/>
                </a:lnTo>
                <a:lnTo>
                  <a:pt x="33245" y="376721"/>
                </a:lnTo>
                <a:lnTo>
                  <a:pt x="54432" y="381000"/>
                </a:lnTo>
                <a:lnTo>
                  <a:pt x="10642092" y="381000"/>
                </a:lnTo>
                <a:lnTo>
                  <a:pt x="10663302" y="376721"/>
                </a:lnTo>
                <a:lnTo>
                  <a:pt x="10680620" y="365050"/>
                </a:lnTo>
                <a:lnTo>
                  <a:pt x="10692294" y="347733"/>
                </a:lnTo>
                <a:lnTo>
                  <a:pt x="10696575" y="326516"/>
                </a:lnTo>
                <a:lnTo>
                  <a:pt x="10696575" y="54483"/>
                </a:lnTo>
                <a:lnTo>
                  <a:pt x="10692294" y="33272"/>
                </a:lnTo>
                <a:lnTo>
                  <a:pt x="10680620" y="15954"/>
                </a:lnTo>
                <a:lnTo>
                  <a:pt x="10663302" y="4280"/>
                </a:lnTo>
                <a:lnTo>
                  <a:pt x="10642092" y="0"/>
                </a:lnTo>
                <a:close/>
              </a:path>
            </a:pathLst>
          </a:custGeom>
          <a:solidFill>
            <a:srgbClr val="DFEF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3425" y="5715000"/>
            <a:ext cx="10696575" cy="381000"/>
          </a:xfrm>
          <a:custGeom>
            <a:avLst/>
            <a:gdLst/>
            <a:ahLst/>
            <a:cxnLst/>
            <a:rect l="l" t="t" r="r" b="b"/>
            <a:pathLst>
              <a:path w="10696575" h="381000">
                <a:moveTo>
                  <a:pt x="10642092" y="0"/>
                </a:moveTo>
                <a:lnTo>
                  <a:pt x="54432" y="0"/>
                </a:lnTo>
                <a:lnTo>
                  <a:pt x="33245" y="4277"/>
                </a:lnTo>
                <a:lnTo>
                  <a:pt x="15943" y="15943"/>
                </a:lnTo>
                <a:lnTo>
                  <a:pt x="4277" y="33245"/>
                </a:lnTo>
                <a:lnTo>
                  <a:pt x="0" y="54432"/>
                </a:lnTo>
                <a:lnTo>
                  <a:pt x="0" y="326567"/>
                </a:lnTo>
                <a:lnTo>
                  <a:pt x="4277" y="347754"/>
                </a:lnTo>
                <a:lnTo>
                  <a:pt x="15943" y="365056"/>
                </a:lnTo>
                <a:lnTo>
                  <a:pt x="33245" y="376722"/>
                </a:lnTo>
                <a:lnTo>
                  <a:pt x="54432" y="381000"/>
                </a:lnTo>
                <a:lnTo>
                  <a:pt x="10642092" y="381000"/>
                </a:lnTo>
                <a:lnTo>
                  <a:pt x="10663302" y="376722"/>
                </a:lnTo>
                <a:lnTo>
                  <a:pt x="10680620" y="365056"/>
                </a:lnTo>
                <a:lnTo>
                  <a:pt x="10692294" y="347754"/>
                </a:lnTo>
                <a:lnTo>
                  <a:pt x="10696575" y="326567"/>
                </a:lnTo>
                <a:lnTo>
                  <a:pt x="10696575" y="54432"/>
                </a:lnTo>
                <a:lnTo>
                  <a:pt x="10692294" y="33245"/>
                </a:lnTo>
                <a:lnTo>
                  <a:pt x="10680620" y="15943"/>
                </a:lnTo>
                <a:lnTo>
                  <a:pt x="10663302" y="4277"/>
                </a:lnTo>
                <a:lnTo>
                  <a:pt x="10642092" y="0"/>
                </a:lnTo>
                <a:close/>
              </a:path>
            </a:pathLst>
          </a:custGeom>
          <a:solidFill>
            <a:srgbClr val="FBF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02335" y="3954716"/>
            <a:ext cx="4371975" cy="2074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125"/>
              </a:spcBef>
              <a:buFont typeface="Segoe UI Symbol"/>
              <a:buChar char="✓"/>
              <a:tabLst>
                <a:tab pos="226060" algn="l"/>
              </a:tabLst>
            </a:pP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CSV-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based</a:t>
            </a:r>
            <a:r>
              <a:rPr dirty="0" sz="14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storage</a:t>
            </a:r>
            <a:r>
              <a:rPr dirty="0" sz="14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implemented</a:t>
            </a:r>
            <a:r>
              <a:rPr dirty="0" sz="14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 all</a:t>
            </a:r>
            <a:r>
              <a:rPr dirty="0" sz="14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expense</a:t>
            </a:r>
            <a:r>
              <a:rPr dirty="0" sz="14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records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12121"/>
              </a:buClr>
              <a:buFont typeface="Segoe UI Symbol"/>
              <a:buChar char="✓"/>
            </a:pPr>
            <a:endParaRPr sz="1400">
              <a:latin typeface="Calibri"/>
              <a:cs typeface="Calibri"/>
            </a:endParaRPr>
          </a:p>
          <a:p>
            <a:pPr marL="226060" indent="-213360">
              <a:lnSpc>
                <a:spcPct val="100000"/>
              </a:lnSpc>
              <a:buFont typeface="Segoe UI Symbol"/>
              <a:buChar char="✓"/>
              <a:tabLst>
                <a:tab pos="226060" algn="l"/>
              </a:tabLst>
            </a:pP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Add</a:t>
            </a:r>
            <a:r>
              <a:rPr dirty="0" sz="14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dirty="0" sz="14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View</a:t>
            </a:r>
            <a:r>
              <a:rPr dirty="0" sz="14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dirty="0" sz="14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Filter</a:t>
            </a:r>
            <a:r>
              <a:rPr dirty="0" sz="1400" spc="-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expense</a:t>
            </a:r>
            <a:r>
              <a:rPr dirty="0" sz="14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modules</a:t>
            </a:r>
            <a:r>
              <a:rPr dirty="0" sz="1400" spc="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completed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Clr>
                <a:srgbClr val="212121"/>
              </a:buClr>
              <a:buFont typeface="Segoe UI Symbol"/>
              <a:buChar char="✓"/>
            </a:pPr>
            <a:endParaRPr sz="1400">
              <a:latin typeface="Calibri"/>
              <a:cs typeface="Calibri"/>
            </a:endParaRPr>
          </a:p>
          <a:p>
            <a:pPr marL="226060" indent="-213360">
              <a:lnSpc>
                <a:spcPct val="100000"/>
              </a:lnSpc>
              <a:buFont typeface="Segoe UI Symbol"/>
              <a:buChar char="✓"/>
              <a:tabLst>
                <a:tab pos="226060" algn="l"/>
              </a:tabLst>
            </a:pP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Monthly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 report</a:t>
            </a:r>
            <a:r>
              <a:rPr dirty="0" sz="14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generation</a:t>
            </a:r>
            <a:r>
              <a:rPr dirty="0" sz="14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using</a:t>
            </a:r>
            <a:r>
              <a:rPr dirty="0" sz="14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Pandas</a:t>
            </a:r>
            <a:r>
              <a:rPr dirty="0" sz="1400" spc="-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groupby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12121"/>
              </a:buClr>
              <a:buFont typeface="Segoe UI Symbol"/>
              <a:buChar char="✓"/>
            </a:pPr>
            <a:endParaRPr sz="1400">
              <a:latin typeface="Calibri"/>
              <a:cs typeface="Calibri"/>
            </a:endParaRPr>
          </a:p>
          <a:p>
            <a:pPr marL="226060" indent="-213360">
              <a:lnSpc>
                <a:spcPct val="100000"/>
              </a:lnSpc>
              <a:buFont typeface="Segoe UI Symbol"/>
              <a:buChar char="✓"/>
              <a:tabLst>
                <a:tab pos="226060" algn="l"/>
              </a:tabLst>
            </a:pP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Bar</a:t>
            </a:r>
            <a:r>
              <a:rPr dirty="0" sz="1400" spc="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pie</a:t>
            </a:r>
            <a:r>
              <a:rPr dirty="0" sz="14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chart</a:t>
            </a:r>
            <a:r>
              <a:rPr dirty="0" sz="14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visualisation</a:t>
            </a:r>
            <a:r>
              <a:rPr dirty="0" sz="14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with</a:t>
            </a:r>
            <a:r>
              <a:rPr dirty="0" sz="14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Matplotlib</a:t>
            </a:r>
            <a:r>
              <a:rPr dirty="0" sz="14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&amp;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 Seaborn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12121"/>
              </a:buClr>
              <a:buFont typeface="Segoe UI Symbol"/>
              <a:buChar char="✓"/>
            </a:pPr>
            <a:endParaRPr sz="1400">
              <a:latin typeface="Calibri"/>
              <a:cs typeface="Calibri"/>
            </a:endParaRPr>
          </a:p>
          <a:p>
            <a:pPr marL="226060" indent="-213360">
              <a:lnSpc>
                <a:spcPct val="100000"/>
              </a:lnSpc>
              <a:buFont typeface="Segoe UI Symbol"/>
              <a:buChar char="✓"/>
              <a:tabLst>
                <a:tab pos="226060" algn="l"/>
              </a:tabLst>
            </a:pP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Remaining: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full</a:t>
            </a:r>
            <a:r>
              <a:rPr dirty="0" sz="1400" spc="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testing</a:t>
            </a:r>
            <a:r>
              <a:rPr dirty="0" sz="14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4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deployment</a:t>
            </a:r>
            <a:r>
              <a:rPr dirty="0" sz="14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dirty="0" sz="14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Calibri"/>
                <a:cs typeface="Calibri"/>
              </a:rPr>
              <a:t>Phase-</a:t>
            </a:r>
            <a:r>
              <a:rPr dirty="0" sz="1400" spc="-25">
                <a:solidFill>
                  <a:srgbClr val="212121"/>
                </a:solidFill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Code</a:t>
            </a:r>
            <a:r>
              <a:rPr dirty="0" spc="-65"/>
              <a:t> </a:t>
            </a:r>
            <a:r>
              <a:rPr dirty="0" spc="-10"/>
              <a:t>Implementation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638175" y="1095375"/>
            <a:ext cx="10887075" cy="5257800"/>
          </a:xfrm>
          <a:custGeom>
            <a:avLst/>
            <a:gdLst/>
            <a:ahLst/>
            <a:cxnLst/>
            <a:rect l="l" t="t" r="r" b="b"/>
            <a:pathLst>
              <a:path w="10887075" h="5257800">
                <a:moveTo>
                  <a:pt x="10887075" y="0"/>
                </a:moveTo>
                <a:lnTo>
                  <a:pt x="0" y="0"/>
                </a:lnTo>
                <a:lnTo>
                  <a:pt x="0" y="5257800"/>
                </a:lnTo>
                <a:lnTo>
                  <a:pt x="10887075" y="5257800"/>
                </a:lnTo>
                <a:lnTo>
                  <a:pt x="10887075" y="0"/>
                </a:lnTo>
                <a:close/>
              </a:path>
            </a:pathLst>
          </a:custGeom>
          <a:solidFill>
            <a:srgbClr val="1E2B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2335" y="1259522"/>
            <a:ext cx="3298190" cy="4968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import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pandas</a:t>
            </a:r>
            <a:r>
              <a:rPr dirty="0" sz="1200" spc="-2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as</a:t>
            </a:r>
            <a:r>
              <a:rPr dirty="0" sz="1200" spc="-9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pd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import</a:t>
            </a:r>
            <a:r>
              <a:rPr dirty="0" sz="1200" spc="-6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matplotlib.pyplot</a:t>
            </a:r>
            <a:r>
              <a:rPr dirty="0" sz="1200" spc="-6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as</a:t>
            </a:r>
            <a:r>
              <a:rPr dirty="0" sz="1200" spc="-13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plt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import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seaborn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as</a:t>
            </a:r>
            <a:r>
              <a:rPr dirty="0" sz="1200" spc="-3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sns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import</a:t>
            </a:r>
            <a:r>
              <a:rPr dirty="0" sz="1200" spc="-3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os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FILE</a:t>
            </a:r>
            <a:r>
              <a:rPr dirty="0" sz="1200" spc="-5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"expenses.csv"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COLS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 ["Date",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"Category",</a:t>
            </a:r>
            <a:endParaRPr sz="1200">
              <a:latin typeface="Consolas"/>
              <a:cs typeface="Consolas"/>
            </a:endParaRPr>
          </a:p>
          <a:p>
            <a:pPr marL="686435">
              <a:lnSpc>
                <a:spcPts val="143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"Amount",</a:t>
            </a:r>
            <a:r>
              <a:rPr dirty="0" sz="1200" spc="-10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"Note"]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  <a:spcBef>
                <a:spcPts val="5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def</a:t>
            </a:r>
            <a:r>
              <a:rPr dirty="0" sz="1200" spc="-5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load_data():</a:t>
            </a:r>
            <a:endParaRPr sz="1200">
              <a:latin typeface="Consolas"/>
              <a:cs typeface="Consolas"/>
            </a:endParaRPr>
          </a:p>
          <a:p>
            <a:pPr marL="686435" marR="589915" indent="-337185">
              <a:lnSpc>
                <a:spcPts val="1430"/>
              </a:lnSpc>
              <a:spcBef>
                <a:spcPts val="5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if</a:t>
            </a:r>
            <a:r>
              <a:rPr dirty="0" sz="1200" spc="2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os.path.exists(FILE):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return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pd.read_csv(FILE)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380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return</a:t>
            </a:r>
            <a:r>
              <a:rPr dirty="0" sz="1200" spc="-3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pd.DataFrame(columns=COLS)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Consolas"/>
              <a:cs typeface="Consolas"/>
            </a:endParaRPr>
          </a:p>
          <a:p>
            <a:pPr marL="349250" marR="584835" indent="-337185">
              <a:lnSpc>
                <a:spcPts val="1430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def</a:t>
            </a:r>
            <a:r>
              <a:rPr dirty="0" sz="1200" spc="-5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save_data(df):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df.to_csv(FILE,</a:t>
            </a:r>
            <a:r>
              <a:rPr dirty="0" sz="1200" spc="-16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index=False)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def</a:t>
            </a:r>
            <a:r>
              <a:rPr dirty="0" sz="1200" spc="-5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add_expense(df):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30"/>
              </a:lnSpc>
              <a:spcBef>
                <a:spcPts val="6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date</a:t>
            </a:r>
            <a:r>
              <a:rPr dirty="0" sz="1200" spc="-8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input("Date:</a:t>
            </a:r>
            <a:r>
              <a:rPr dirty="0" sz="1200" spc="-1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")</a:t>
            </a:r>
            <a:endParaRPr sz="1200">
              <a:latin typeface="Consolas"/>
              <a:cs typeface="Consolas"/>
            </a:endParaRPr>
          </a:p>
          <a:p>
            <a:pPr marL="349250" marR="81915">
              <a:lnSpc>
                <a:spcPts val="1430"/>
              </a:lnSpc>
              <a:spcBef>
                <a:spcPts val="5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category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10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input("Category:</a:t>
            </a:r>
            <a:r>
              <a:rPr dirty="0" sz="1200" spc="-10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")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amount</a:t>
            </a:r>
            <a:r>
              <a:rPr dirty="0" sz="1200" spc="-1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1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float(input("Amount: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"))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note</a:t>
            </a:r>
            <a:r>
              <a:rPr dirty="0" sz="1200" spc="-9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input("Note:</a:t>
            </a:r>
            <a:r>
              <a:rPr dirty="0" sz="1200" spc="-1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")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df.loc[len(df)]</a:t>
            </a:r>
            <a:r>
              <a:rPr dirty="0" sz="1200" spc="-10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3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[date,</a:t>
            </a:r>
            <a:r>
              <a:rPr dirty="0" sz="1200" spc="-3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category,</a:t>
            </a:r>
            <a:endParaRPr sz="1200">
              <a:latin typeface="Consolas"/>
              <a:cs typeface="Consolas"/>
            </a:endParaRPr>
          </a:p>
          <a:p>
            <a:pPr marL="2033270">
              <a:lnSpc>
                <a:spcPts val="1435"/>
              </a:lnSpc>
              <a:spcBef>
                <a:spcPts val="1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amount,</a:t>
            </a:r>
            <a:r>
              <a:rPr dirty="0" sz="1200" spc="-3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note]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25"/>
              </a:lnSpc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save_data(df)</a:t>
            </a:r>
            <a:endParaRPr sz="1200">
              <a:latin typeface="Consolas"/>
              <a:cs typeface="Consolas"/>
            </a:endParaRPr>
          </a:p>
          <a:p>
            <a:pPr marL="349250" marR="5080">
              <a:lnSpc>
                <a:spcPts val="1430"/>
              </a:lnSpc>
              <a:spcBef>
                <a:spcPts val="5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print("Expense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added</a:t>
            </a:r>
            <a:r>
              <a:rPr dirty="0" sz="1200" spc="-6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successfully")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return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E8E8E8"/>
                </a:solidFill>
                <a:latin typeface="Consolas"/>
                <a:cs typeface="Consolas"/>
              </a:rPr>
              <a:t>df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01359" y="1259522"/>
            <a:ext cx="3640454" cy="33185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49250" marR="512445" indent="-337185">
              <a:lnSpc>
                <a:spcPts val="1430"/>
              </a:lnSpc>
              <a:spcBef>
                <a:spcPts val="155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def</a:t>
            </a:r>
            <a:r>
              <a:rPr dirty="0" sz="1200" spc="-10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view_expenses(df,</a:t>
            </a:r>
            <a:r>
              <a:rPr dirty="0" sz="1200" spc="-10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category=None):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data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df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if</a:t>
            </a:r>
            <a:r>
              <a:rPr dirty="0" sz="1200" spc="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category</a:t>
            </a:r>
            <a:r>
              <a:rPr dirty="0" sz="1200" spc="-7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is</a:t>
            </a:r>
            <a:r>
              <a:rPr dirty="0" sz="1200" spc="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None</a:t>
            </a:r>
            <a:r>
              <a:rPr dirty="0" sz="1200" spc="5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50">
                <a:solidFill>
                  <a:srgbClr val="E8E8E8"/>
                </a:solidFill>
                <a:latin typeface="Consolas"/>
                <a:cs typeface="Consolas"/>
              </a:rPr>
              <a:t>\</a:t>
            </a:r>
            <a:endParaRPr sz="1200">
              <a:latin typeface="Consolas"/>
              <a:cs typeface="Consolas"/>
            </a:endParaRPr>
          </a:p>
          <a:p>
            <a:pPr marL="686435">
              <a:lnSpc>
                <a:spcPts val="1380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else</a:t>
            </a:r>
            <a:r>
              <a:rPr dirty="0" sz="1200" spc="-8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df[df["Category"]</a:t>
            </a:r>
            <a:r>
              <a:rPr dirty="0" sz="1200" spc="-8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==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 category]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ct val="100000"/>
              </a:lnSpc>
              <a:spcBef>
                <a:spcPts val="65"/>
              </a:spcBef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print(data.to_string(index=False))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def</a:t>
            </a:r>
            <a:r>
              <a:rPr dirty="0" sz="1200" spc="-10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monthly_report(df,</a:t>
            </a:r>
            <a:r>
              <a:rPr dirty="0" sz="1200" spc="-10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month):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30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df["Date"]</a:t>
            </a:r>
            <a:r>
              <a:rPr dirty="0" sz="1200" spc="-8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pd.to_datetime(df["Date"])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35"/>
              </a:lnSpc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data</a:t>
            </a:r>
            <a:r>
              <a:rPr dirty="0" sz="1200" spc="-5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df[df["Date"].dt.month</a:t>
            </a:r>
            <a:r>
              <a:rPr dirty="0" sz="1200" spc="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==</a:t>
            </a:r>
            <a:r>
              <a:rPr dirty="0" sz="1200" spc="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month]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30"/>
              </a:lnSpc>
              <a:spcBef>
                <a:spcPts val="65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summary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=</a:t>
            </a:r>
            <a:r>
              <a:rPr dirty="0" sz="1200" spc="-8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data.groupby("Category")\</a:t>
            </a:r>
            <a:endParaRPr sz="1200">
              <a:latin typeface="Consolas"/>
              <a:cs typeface="Consolas"/>
            </a:endParaRPr>
          </a:p>
          <a:p>
            <a:pPr marL="686435">
              <a:lnSpc>
                <a:spcPts val="1425"/>
              </a:lnSpc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["Amount"].sum()</a:t>
            </a:r>
            <a:endParaRPr sz="1200">
              <a:latin typeface="Consolas"/>
              <a:cs typeface="Consolas"/>
            </a:endParaRPr>
          </a:p>
          <a:p>
            <a:pPr marL="349250" marR="175895">
              <a:lnSpc>
                <a:spcPts val="1430"/>
              </a:lnSpc>
              <a:spcBef>
                <a:spcPts val="50"/>
              </a:spcBef>
            </a:pP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print("Total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spent</a:t>
            </a:r>
            <a:r>
              <a:rPr dirty="0" sz="1200" spc="-4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:",</a:t>
            </a:r>
            <a:r>
              <a:rPr dirty="0" sz="1200" spc="-11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summary.sum()) sns.barplot(x=summary.index,</a:t>
            </a:r>
            <a:endParaRPr sz="1200">
              <a:latin typeface="Consolas"/>
              <a:cs typeface="Consolas"/>
            </a:endParaRPr>
          </a:p>
          <a:p>
            <a:pPr marL="1360170">
              <a:lnSpc>
                <a:spcPts val="1380"/>
              </a:lnSpc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y=summary.values,</a:t>
            </a:r>
            <a:endParaRPr sz="1200">
              <a:latin typeface="Consolas"/>
              <a:cs typeface="Consolas"/>
            </a:endParaRPr>
          </a:p>
          <a:p>
            <a:pPr marL="349250" marR="346710" indent="1010285">
              <a:lnSpc>
                <a:spcPct val="99100"/>
              </a:lnSpc>
              <a:spcBef>
                <a:spcPts val="75"/>
              </a:spcBef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palette="crest")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plt.title("Monthly</a:t>
            </a:r>
            <a:r>
              <a:rPr dirty="0" sz="1200" spc="-9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Expense</a:t>
            </a:r>
            <a:r>
              <a:rPr dirty="0" sz="1200" spc="-9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Report") </a:t>
            </a:r>
            <a:r>
              <a:rPr dirty="0" sz="1200">
                <a:solidFill>
                  <a:srgbClr val="E8E8E8"/>
                </a:solidFill>
                <a:latin typeface="Consolas"/>
                <a:cs typeface="Consolas"/>
              </a:rPr>
              <a:t>plt.ylabel("Amount</a:t>
            </a:r>
            <a:r>
              <a:rPr dirty="0" sz="1200" spc="-150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(Rs.)") plt.tight_layout()</a:t>
            </a:r>
            <a:endParaRPr sz="1200">
              <a:latin typeface="Consolas"/>
              <a:cs typeface="Consolas"/>
            </a:endParaRPr>
          </a:p>
          <a:p>
            <a:pPr marL="349250">
              <a:lnSpc>
                <a:spcPts val="1425"/>
              </a:lnSpc>
            </a:pPr>
            <a:r>
              <a:rPr dirty="0" sz="1200" spc="-10">
                <a:solidFill>
                  <a:srgbClr val="E8E8E8"/>
                </a:solidFill>
                <a:latin typeface="Consolas"/>
                <a:cs typeface="Consolas"/>
              </a:rPr>
              <a:t>plt.show()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40"/>
              <a:t>Testing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33425" y="1143063"/>
            <a:ext cx="5220335" cy="1428750"/>
            <a:chOff x="733425" y="1143063"/>
            <a:chExt cx="5220335" cy="1428750"/>
          </a:xfrm>
        </p:grpSpPr>
        <p:sp>
          <p:nvSpPr>
            <p:cNvPr id="5" name="object 5"/>
            <p:cNvSpPr/>
            <p:nvPr/>
          </p:nvSpPr>
          <p:spPr>
            <a:xfrm>
              <a:off x="738187" y="1147825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5136959" y="0"/>
                  </a:moveTo>
                  <a:lnTo>
                    <a:pt x="73240" y="0"/>
                  </a:lnTo>
                  <a:lnTo>
                    <a:pt x="44732" y="5750"/>
                  </a:lnTo>
                  <a:lnTo>
                    <a:pt x="21451" y="21431"/>
                  </a:lnTo>
                  <a:lnTo>
                    <a:pt x="5755" y="44684"/>
                  </a:lnTo>
                  <a:lnTo>
                    <a:pt x="0" y="73151"/>
                  </a:lnTo>
                  <a:lnTo>
                    <a:pt x="0" y="1345946"/>
                  </a:lnTo>
                  <a:lnTo>
                    <a:pt x="5755" y="1374433"/>
                  </a:lnTo>
                  <a:lnTo>
                    <a:pt x="21451" y="1397730"/>
                  </a:lnTo>
                  <a:lnTo>
                    <a:pt x="44732" y="1413454"/>
                  </a:lnTo>
                  <a:lnTo>
                    <a:pt x="73240" y="1419225"/>
                  </a:lnTo>
                  <a:lnTo>
                    <a:pt x="5136959" y="1419225"/>
                  </a:lnTo>
                  <a:lnTo>
                    <a:pt x="5165447" y="1413454"/>
                  </a:lnTo>
                  <a:lnTo>
                    <a:pt x="5188743" y="1397730"/>
                  </a:lnTo>
                  <a:lnTo>
                    <a:pt x="5204467" y="1374433"/>
                  </a:lnTo>
                  <a:lnTo>
                    <a:pt x="5210238" y="1345946"/>
                  </a:lnTo>
                  <a:lnTo>
                    <a:pt x="5210238" y="73151"/>
                  </a:lnTo>
                  <a:lnTo>
                    <a:pt x="5204467" y="44684"/>
                  </a:lnTo>
                  <a:lnTo>
                    <a:pt x="5188743" y="21431"/>
                  </a:lnTo>
                  <a:lnTo>
                    <a:pt x="5165447" y="5750"/>
                  </a:lnTo>
                  <a:lnTo>
                    <a:pt x="5136959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8187" y="1147825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0" y="73151"/>
                  </a:moveTo>
                  <a:lnTo>
                    <a:pt x="5755" y="44684"/>
                  </a:lnTo>
                  <a:lnTo>
                    <a:pt x="21451" y="21431"/>
                  </a:lnTo>
                  <a:lnTo>
                    <a:pt x="44732" y="5750"/>
                  </a:lnTo>
                  <a:lnTo>
                    <a:pt x="73240" y="0"/>
                  </a:lnTo>
                  <a:lnTo>
                    <a:pt x="5136959" y="0"/>
                  </a:lnTo>
                  <a:lnTo>
                    <a:pt x="5165447" y="5750"/>
                  </a:lnTo>
                  <a:lnTo>
                    <a:pt x="5188743" y="21431"/>
                  </a:lnTo>
                  <a:lnTo>
                    <a:pt x="5204467" y="44684"/>
                  </a:lnTo>
                  <a:lnTo>
                    <a:pt x="5210238" y="73151"/>
                  </a:lnTo>
                  <a:lnTo>
                    <a:pt x="5210238" y="1345946"/>
                  </a:lnTo>
                  <a:lnTo>
                    <a:pt x="5204467" y="1374433"/>
                  </a:lnTo>
                  <a:lnTo>
                    <a:pt x="5188743" y="1397730"/>
                  </a:lnTo>
                  <a:lnTo>
                    <a:pt x="5165447" y="1413454"/>
                  </a:lnTo>
                  <a:lnTo>
                    <a:pt x="5136959" y="1419225"/>
                  </a:lnTo>
                  <a:lnTo>
                    <a:pt x="73240" y="1419225"/>
                  </a:lnTo>
                  <a:lnTo>
                    <a:pt x="44732" y="1413454"/>
                  </a:lnTo>
                  <a:lnTo>
                    <a:pt x="21451" y="1397730"/>
                  </a:lnTo>
                  <a:lnTo>
                    <a:pt x="5755" y="1374433"/>
                  </a:lnTo>
                  <a:lnTo>
                    <a:pt x="0" y="1345946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2025" y="1371599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162" y="0"/>
                  </a:moveTo>
                  <a:lnTo>
                    <a:pt x="107484" y="8257"/>
                  </a:lnTo>
                  <a:lnTo>
                    <a:pt x="64341" y="31248"/>
                  </a:lnTo>
                  <a:lnTo>
                    <a:pt x="30321" y="66303"/>
                  </a:lnTo>
                  <a:lnTo>
                    <a:pt x="8011" y="110752"/>
                  </a:lnTo>
                  <a:lnTo>
                    <a:pt x="0" y="161925"/>
                  </a:lnTo>
                  <a:lnTo>
                    <a:pt x="8011" y="213097"/>
                  </a:lnTo>
                  <a:lnTo>
                    <a:pt x="30321" y="257546"/>
                  </a:lnTo>
                  <a:lnTo>
                    <a:pt x="64341" y="292601"/>
                  </a:lnTo>
                  <a:lnTo>
                    <a:pt x="107484" y="315592"/>
                  </a:lnTo>
                  <a:lnTo>
                    <a:pt x="157162" y="323850"/>
                  </a:lnTo>
                  <a:lnTo>
                    <a:pt x="206840" y="315592"/>
                  </a:lnTo>
                  <a:lnTo>
                    <a:pt x="249983" y="292601"/>
                  </a:lnTo>
                  <a:lnTo>
                    <a:pt x="284003" y="257546"/>
                  </a:lnTo>
                  <a:lnTo>
                    <a:pt x="306313" y="213097"/>
                  </a:lnTo>
                  <a:lnTo>
                    <a:pt x="314325" y="161925"/>
                  </a:lnTo>
                  <a:lnTo>
                    <a:pt x="306313" y="110752"/>
                  </a:lnTo>
                  <a:lnTo>
                    <a:pt x="284003" y="66303"/>
                  </a:lnTo>
                  <a:lnTo>
                    <a:pt x="249983" y="31248"/>
                  </a:lnTo>
                  <a:lnTo>
                    <a:pt x="206840" y="8257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56005" y="1370266"/>
            <a:ext cx="145923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Add</a:t>
            </a:r>
            <a:r>
              <a:rPr dirty="0" baseline="1792" sz="2325" spc="150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Expense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055" y="2034540"/>
            <a:ext cx="372491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New</a:t>
            </a:r>
            <a:r>
              <a:rPr dirty="0" sz="1250" spc="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entry</a:t>
            </a:r>
            <a:r>
              <a:rPr dirty="0" sz="1250" spc="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appended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250" spc="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saved</a:t>
            </a:r>
            <a:r>
              <a:rPr dirty="0" sz="1250" spc="-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correctly</a:t>
            </a:r>
            <a:r>
              <a:rPr dirty="0" sz="1250" spc="-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to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expenses.csv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05613" y="1143063"/>
            <a:ext cx="5229225" cy="1428750"/>
            <a:chOff x="6305613" y="1143063"/>
            <a:chExt cx="5229225" cy="1428750"/>
          </a:xfrm>
        </p:grpSpPr>
        <p:sp>
          <p:nvSpPr>
            <p:cNvPr id="11" name="object 11"/>
            <p:cNvSpPr/>
            <p:nvPr/>
          </p:nvSpPr>
          <p:spPr>
            <a:xfrm>
              <a:off x="6310376" y="1147825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51464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45946"/>
                  </a:lnTo>
                  <a:lnTo>
                    <a:pt x="5750" y="1374433"/>
                  </a:lnTo>
                  <a:lnTo>
                    <a:pt x="21431" y="1397730"/>
                  </a:lnTo>
                  <a:lnTo>
                    <a:pt x="44684" y="1413454"/>
                  </a:lnTo>
                  <a:lnTo>
                    <a:pt x="73151" y="1419225"/>
                  </a:lnTo>
                  <a:lnTo>
                    <a:pt x="5146421" y="1419225"/>
                  </a:lnTo>
                  <a:lnTo>
                    <a:pt x="5174908" y="1413454"/>
                  </a:lnTo>
                  <a:lnTo>
                    <a:pt x="5198205" y="1397730"/>
                  </a:lnTo>
                  <a:lnTo>
                    <a:pt x="5213929" y="1374433"/>
                  </a:lnTo>
                  <a:lnTo>
                    <a:pt x="5219700" y="1345946"/>
                  </a:lnTo>
                  <a:lnTo>
                    <a:pt x="5219700" y="73151"/>
                  </a:lnTo>
                  <a:lnTo>
                    <a:pt x="5213929" y="44684"/>
                  </a:lnTo>
                  <a:lnTo>
                    <a:pt x="5198205" y="21431"/>
                  </a:lnTo>
                  <a:lnTo>
                    <a:pt x="5174908" y="5750"/>
                  </a:lnTo>
                  <a:lnTo>
                    <a:pt x="5146421" y="0"/>
                  </a:lnTo>
                  <a:close/>
                </a:path>
              </a:pathLst>
            </a:custGeom>
            <a:solidFill>
              <a:srgbClr val="F8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10376" y="1147825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146421" y="0"/>
                  </a:lnTo>
                  <a:lnTo>
                    <a:pt x="5174908" y="5750"/>
                  </a:lnTo>
                  <a:lnTo>
                    <a:pt x="5198205" y="21431"/>
                  </a:lnTo>
                  <a:lnTo>
                    <a:pt x="5213929" y="44684"/>
                  </a:lnTo>
                  <a:lnTo>
                    <a:pt x="5219700" y="73151"/>
                  </a:lnTo>
                  <a:lnTo>
                    <a:pt x="5219700" y="1345946"/>
                  </a:lnTo>
                  <a:lnTo>
                    <a:pt x="5213929" y="1374433"/>
                  </a:lnTo>
                  <a:lnTo>
                    <a:pt x="5198205" y="1397730"/>
                  </a:lnTo>
                  <a:lnTo>
                    <a:pt x="5174908" y="1413454"/>
                  </a:lnTo>
                  <a:lnTo>
                    <a:pt x="5146421" y="1419225"/>
                  </a:lnTo>
                  <a:lnTo>
                    <a:pt x="73151" y="1419225"/>
                  </a:lnTo>
                  <a:lnTo>
                    <a:pt x="44684" y="1413454"/>
                  </a:lnTo>
                  <a:lnTo>
                    <a:pt x="21431" y="1397730"/>
                  </a:lnTo>
                  <a:lnTo>
                    <a:pt x="5750" y="1374433"/>
                  </a:lnTo>
                  <a:lnTo>
                    <a:pt x="0" y="1345946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34150" y="1371599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0"/>
                  </a:moveTo>
                  <a:lnTo>
                    <a:pt x="118886" y="5785"/>
                  </a:lnTo>
                  <a:lnTo>
                    <a:pt x="80207" y="22112"/>
                  </a:lnTo>
                  <a:lnTo>
                    <a:pt x="47434" y="47434"/>
                  </a:lnTo>
                  <a:lnTo>
                    <a:pt x="22112" y="80207"/>
                  </a:lnTo>
                  <a:lnTo>
                    <a:pt x="5785" y="118886"/>
                  </a:lnTo>
                  <a:lnTo>
                    <a:pt x="0" y="161925"/>
                  </a:lnTo>
                  <a:lnTo>
                    <a:pt x="5785" y="204963"/>
                  </a:lnTo>
                  <a:lnTo>
                    <a:pt x="22112" y="243642"/>
                  </a:lnTo>
                  <a:lnTo>
                    <a:pt x="47434" y="276415"/>
                  </a:lnTo>
                  <a:lnTo>
                    <a:pt x="80207" y="301737"/>
                  </a:lnTo>
                  <a:lnTo>
                    <a:pt x="118886" y="318064"/>
                  </a:lnTo>
                  <a:lnTo>
                    <a:pt x="161925" y="323850"/>
                  </a:lnTo>
                  <a:lnTo>
                    <a:pt x="204963" y="318064"/>
                  </a:lnTo>
                  <a:lnTo>
                    <a:pt x="243642" y="301737"/>
                  </a:lnTo>
                  <a:lnTo>
                    <a:pt x="276415" y="276415"/>
                  </a:lnTo>
                  <a:lnTo>
                    <a:pt x="301737" y="243642"/>
                  </a:lnTo>
                  <a:lnTo>
                    <a:pt x="318064" y="204963"/>
                  </a:lnTo>
                  <a:lnTo>
                    <a:pt x="323850" y="161925"/>
                  </a:lnTo>
                  <a:lnTo>
                    <a:pt x="318064" y="118886"/>
                  </a:lnTo>
                  <a:lnTo>
                    <a:pt x="301737" y="80207"/>
                  </a:lnTo>
                  <a:lnTo>
                    <a:pt x="276415" y="47434"/>
                  </a:lnTo>
                  <a:lnTo>
                    <a:pt x="243642" y="22112"/>
                  </a:lnTo>
                  <a:lnTo>
                    <a:pt x="204963" y="578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637908" y="1370266"/>
            <a:ext cx="14351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Invalid</a:t>
            </a:r>
            <a:r>
              <a:rPr dirty="0" baseline="1792" sz="2325" spc="112" b="1">
                <a:latin typeface="Calibri"/>
                <a:cs typeface="Calibri"/>
              </a:rPr>
              <a:t> </a:t>
            </a:r>
            <a:r>
              <a:rPr dirty="0" baseline="1792" sz="2325" spc="-30" b="1">
                <a:latin typeface="Calibri"/>
                <a:cs typeface="Calibri"/>
              </a:rPr>
              <a:t>Input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0340" y="2034540"/>
            <a:ext cx="360489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Non-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numeric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amount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is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rejected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with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error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message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3425" y="2838513"/>
            <a:ext cx="5220335" cy="1419225"/>
            <a:chOff x="733425" y="2838513"/>
            <a:chExt cx="5220335" cy="1419225"/>
          </a:xfrm>
        </p:grpSpPr>
        <p:sp>
          <p:nvSpPr>
            <p:cNvPr id="17" name="object 17"/>
            <p:cNvSpPr/>
            <p:nvPr/>
          </p:nvSpPr>
          <p:spPr>
            <a:xfrm>
              <a:off x="738187" y="2843276"/>
              <a:ext cx="5210810" cy="1409700"/>
            </a:xfrm>
            <a:custGeom>
              <a:avLst/>
              <a:gdLst/>
              <a:ahLst/>
              <a:cxnLst/>
              <a:rect l="l" t="t" r="r" b="b"/>
              <a:pathLst>
                <a:path w="5210810" h="1409700">
                  <a:moveTo>
                    <a:pt x="5137467" y="0"/>
                  </a:moveTo>
                  <a:lnTo>
                    <a:pt x="72758" y="0"/>
                  </a:lnTo>
                  <a:lnTo>
                    <a:pt x="44437" y="5707"/>
                  </a:lnTo>
                  <a:lnTo>
                    <a:pt x="21310" y="21272"/>
                  </a:lnTo>
                  <a:lnTo>
                    <a:pt x="5717" y="44362"/>
                  </a:lnTo>
                  <a:lnTo>
                    <a:pt x="0" y="72644"/>
                  </a:lnTo>
                  <a:lnTo>
                    <a:pt x="0" y="1336929"/>
                  </a:lnTo>
                  <a:lnTo>
                    <a:pt x="5717" y="1365230"/>
                  </a:lnTo>
                  <a:lnTo>
                    <a:pt x="21310" y="1388364"/>
                  </a:lnTo>
                  <a:lnTo>
                    <a:pt x="44437" y="1403973"/>
                  </a:lnTo>
                  <a:lnTo>
                    <a:pt x="72758" y="1409700"/>
                  </a:lnTo>
                  <a:lnTo>
                    <a:pt x="5137467" y="1409700"/>
                  </a:lnTo>
                  <a:lnTo>
                    <a:pt x="5165768" y="1403973"/>
                  </a:lnTo>
                  <a:lnTo>
                    <a:pt x="5188902" y="1388364"/>
                  </a:lnTo>
                  <a:lnTo>
                    <a:pt x="5204511" y="1365230"/>
                  </a:lnTo>
                  <a:lnTo>
                    <a:pt x="5210238" y="1336929"/>
                  </a:lnTo>
                  <a:lnTo>
                    <a:pt x="5210238" y="72644"/>
                  </a:lnTo>
                  <a:lnTo>
                    <a:pt x="5204511" y="44362"/>
                  </a:lnTo>
                  <a:lnTo>
                    <a:pt x="5188902" y="21272"/>
                  </a:lnTo>
                  <a:lnTo>
                    <a:pt x="5165768" y="5707"/>
                  </a:lnTo>
                  <a:lnTo>
                    <a:pt x="5137467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38187" y="2843276"/>
              <a:ext cx="5210810" cy="1409700"/>
            </a:xfrm>
            <a:custGeom>
              <a:avLst/>
              <a:gdLst/>
              <a:ahLst/>
              <a:cxnLst/>
              <a:rect l="l" t="t" r="r" b="b"/>
              <a:pathLst>
                <a:path w="5210810" h="1409700">
                  <a:moveTo>
                    <a:pt x="0" y="72644"/>
                  </a:moveTo>
                  <a:lnTo>
                    <a:pt x="5717" y="44362"/>
                  </a:lnTo>
                  <a:lnTo>
                    <a:pt x="21310" y="21272"/>
                  </a:lnTo>
                  <a:lnTo>
                    <a:pt x="44437" y="5707"/>
                  </a:lnTo>
                  <a:lnTo>
                    <a:pt x="72758" y="0"/>
                  </a:lnTo>
                  <a:lnTo>
                    <a:pt x="5137467" y="0"/>
                  </a:lnTo>
                  <a:lnTo>
                    <a:pt x="5165768" y="5707"/>
                  </a:lnTo>
                  <a:lnTo>
                    <a:pt x="5188902" y="21272"/>
                  </a:lnTo>
                  <a:lnTo>
                    <a:pt x="5204511" y="44362"/>
                  </a:lnTo>
                  <a:lnTo>
                    <a:pt x="5210238" y="72644"/>
                  </a:lnTo>
                  <a:lnTo>
                    <a:pt x="5210238" y="1336929"/>
                  </a:lnTo>
                  <a:lnTo>
                    <a:pt x="5204511" y="1365230"/>
                  </a:lnTo>
                  <a:lnTo>
                    <a:pt x="5188902" y="1388364"/>
                  </a:lnTo>
                  <a:lnTo>
                    <a:pt x="5165768" y="1403973"/>
                  </a:lnTo>
                  <a:lnTo>
                    <a:pt x="5137467" y="1409700"/>
                  </a:lnTo>
                  <a:lnTo>
                    <a:pt x="72758" y="1409700"/>
                  </a:lnTo>
                  <a:lnTo>
                    <a:pt x="44437" y="1403973"/>
                  </a:lnTo>
                  <a:lnTo>
                    <a:pt x="21310" y="1388364"/>
                  </a:lnTo>
                  <a:lnTo>
                    <a:pt x="5717" y="1365230"/>
                  </a:lnTo>
                  <a:lnTo>
                    <a:pt x="0" y="1336929"/>
                  </a:lnTo>
                  <a:lnTo>
                    <a:pt x="0" y="72644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62025" y="30670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0"/>
                  </a:move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807"/>
                  </a:lnTo>
                  <a:lnTo>
                    <a:pt x="30321" y="249969"/>
                  </a:lnTo>
                  <a:lnTo>
                    <a:pt x="64341" y="283999"/>
                  </a:lnTo>
                  <a:lnTo>
                    <a:pt x="107484" y="306312"/>
                  </a:lnTo>
                  <a:lnTo>
                    <a:pt x="157162" y="314325"/>
                  </a:lnTo>
                  <a:lnTo>
                    <a:pt x="206840" y="306312"/>
                  </a:lnTo>
                  <a:lnTo>
                    <a:pt x="249983" y="283999"/>
                  </a:lnTo>
                  <a:lnTo>
                    <a:pt x="284003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3" y="64328"/>
                  </a:lnTo>
                  <a:lnTo>
                    <a:pt x="249983" y="30317"/>
                  </a:lnTo>
                  <a:lnTo>
                    <a:pt x="206840" y="8011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56005" y="3064192"/>
            <a:ext cx="16198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View</a:t>
            </a:r>
            <a:r>
              <a:rPr dirty="0" baseline="1792" sz="2325" spc="142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Expenses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8055" y="3728021"/>
            <a:ext cx="357314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All</a:t>
            </a:r>
            <a:r>
              <a:rPr dirty="0" sz="1250" spc="-7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records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 display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correctly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with</a:t>
            </a:r>
            <a:r>
              <a:rPr dirty="0" sz="1250" spc="-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category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filter</a:t>
            </a:r>
            <a:r>
              <a:rPr dirty="0" sz="1250" spc="-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applied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05613" y="2838513"/>
            <a:ext cx="5229225" cy="1419225"/>
            <a:chOff x="6305613" y="2838513"/>
            <a:chExt cx="5229225" cy="1419225"/>
          </a:xfrm>
        </p:grpSpPr>
        <p:sp>
          <p:nvSpPr>
            <p:cNvPr id="23" name="object 23"/>
            <p:cNvSpPr/>
            <p:nvPr/>
          </p:nvSpPr>
          <p:spPr>
            <a:xfrm>
              <a:off x="6310376" y="2843276"/>
              <a:ext cx="5219700" cy="1409700"/>
            </a:xfrm>
            <a:custGeom>
              <a:avLst/>
              <a:gdLst/>
              <a:ahLst/>
              <a:cxnLst/>
              <a:rect l="l" t="t" r="r" b="b"/>
              <a:pathLst>
                <a:path w="5219700" h="1409700">
                  <a:moveTo>
                    <a:pt x="5146929" y="0"/>
                  </a:moveTo>
                  <a:lnTo>
                    <a:pt x="72644" y="0"/>
                  </a:lnTo>
                  <a:lnTo>
                    <a:pt x="44362" y="5707"/>
                  </a:lnTo>
                  <a:lnTo>
                    <a:pt x="21272" y="21272"/>
                  </a:lnTo>
                  <a:lnTo>
                    <a:pt x="5707" y="44362"/>
                  </a:lnTo>
                  <a:lnTo>
                    <a:pt x="0" y="72644"/>
                  </a:lnTo>
                  <a:lnTo>
                    <a:pt x="0" y="1336929"/>
                  </a:lnTo>
                  <a:lnTo>
                    <a:pt x="5707" y="1365230"/>
                  </a:lnTo>
                  <a:lnTo>
                    <a:pt x="21272" y="1388364"/>
                  </a:lnTo>
                  <a:lnTo>
                    <a:pt x="44362" y="1403973"/>
                  </a:lnTo>
                  <a:lnTo>
                    <a:pt x="72644" y="1409700"/>
                  </a:lnTo>
                  <a:lnTo>
                    <a:pt x="5146929" y="1409700"/>
                  </a:lnTo>
                  <a:lnTo>
                    <a:pt x="5175230" y="1403973"/>
                  </a:lnTo>
                  <a:lnTo>
                    <a:pt x="5198363" y="1388364"/>
                  </a:lnTo>
                  <a:lnTo>
                    <a:pt x="5213973" y="1365230"/>
                  </a:lnTo>
                  <a:lnTo>
                    <a:pt x="5219700" y="1336929"/>
                  </a:lnTo>
                  <a:lnTo>
                    <a:pt x="5219700" y="72644"/>
                  </a:lnTo>
                  <a:lnTo>
                    <a:pt x="5213973" y="44362"/>
                  </a:lnTo>
                  <a:lnTo>
                    <a:pt x="5198364" y="21272"/>
                  </a:lnTo>
                  <a:lnTo>
                    <a:pt x="5175230" y="5707"/>
                  </a:lnTo>
                  <a:lnTo>
                    <a:pt x="5146929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10376" y="2843276"/>
              <a:ext cx="5219700" cy="1409700"/>
            </a:xfrm>
            <a:custGeom>
              <a:avLst/>
              <a:gdLst/>
              <a:ahLst/>
              <a:cxnLst/>
              <a:rect l="l" t="t" r="r" b="b"/>
              <a:pathLst>
                <a:path w="5219700" h="1409700">
                  <a:moveTo>
                    <a:pt x="0" y="72644"/>
                  </a:moveTo>
                  <a:lnTo>
                    <a:pt x="5707" y="44362"/>
                  </a:lnTo>
                  <a:lnTo>
                    <a:pt x="21272" y="21272"/>
                  </a:lnTo>
                  <a:lnTo>
                    <a:pt x="44362" y="5707"/>
                  </a:lnTo>
                  <a:lnTo>
                    <a:pt x="72644" y="0"/>
                  </a:lnTo>
                  <a:lnTo>
                    <a:pt x="5146929" y="0"/>
                  </a:lnTo>
                  <a:lnTo>
                    <a:pt x="5175230" y="5707"/>
                  </a:lnTo>
                  <a:lnTo>
                    <a:pt x="5198364" y="21272"/>
                  </a:lnTo>
                  <a:lnTo>
                    <a:pt x="5213973" y="44362"/>
                  </a:lnTo>
                  <a:lnTo>
                    <a:pt x="5219700" y="72644"/>
                  </a:lnTo>
                  <a:lnTo>
                    <a:pt x="5219700" y="1336929"/>
                  </a:lnTo>
                  <a:lnTo>
                    <a:pt x="5213973" y="1365230"/>
                  </a:lnTo>
                  <a:lnTo>
                    <a:pt x="5198363" y="1388364"/>
                  </a:lnTo>
                  <a:lnTo>
                    <a:pt x="5175230" y="1403973"/>
                  </a:lnTo>
                  <a:lnTo>
                    <a:pt x="5146929" y="1409700"/>
                  </a:lnTo>
                  <a:lnTo>
                    <a:pt x="72644" y="1409700"/>
                  </a:lnTo>
                  <a:lnTo>
                    <a:pt x="44362" y="1403973"/>
                  </a:lnTo>
                  <a:lnTo>
                    <a:pt x="21272" y="1388364"/>
                  </a:lnTo>
                  <a:lnTo>
                    <a:pt x="5707" y="1365230"/>
                  </a:lnTo>
                  <a:lnTo>
                    <a:pt x="0" y="1336929"/>
                  </a:lnTo>
                  <a:lnTo>
                    <a:pt x="0" y="72644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34150" y="3067050"/>
              <a:ext cx="323850" cy="314325"/>
            </a:xfrm>
            <a:custGeom>
              <a:avLst/>
              <a:gdLst/>
              <a:ahLst/>
              <a:cxnLst/>
              <a:rect l="l" t="t" r="r" b="b"/>
              <a:pathLst>
                <a:path w="323850" h="314325">
                  <a:moveTo>
                    <a:pt x="161925" y="0"/>
                  </a:moveTo>
                  <a:lnTo>
                    <a:pt x="110752" y="8011"/>
                  </a:lnTo>
                  <a:lnTo>
                    <a:pt x="66303" y="30317"/>
                  </a:lnTo>
                  <a:lnTo>
                    <a:pt x="31248" y="64328"/>
                  </a:lnTo>
                  <a:lnTo>
                    <a:pt x="8257" y="107452"/>
                  </a:lnTo>
                  <a:lnTo>
                    <a:pt x="0" y="157099"/>
                  </a:lnTo>
                  <a:lnTo>
                    <a:pt x="8257" y="206807"/>
                  </a:lnTo>
                  <a:lnTo>
                    <a:pt x="31248" y="249969"/>
                  </a:lnTo>
                  <a:lnTo>
                    <a:pt x="66303" y="283999"/>
                  </a:lnTo>
                  <a:lnTo>
                    <a:pt x="110752" y="306312"/>
                  </a:lnTo>
                  <a:lnTo>
                    <a:pt x="161925" y="314325"/>
                  </a:lnTo>
                  <a:lnTo>
                    <a:pt x="213097" y="306312"/>
                  </a:lnTo>
                  <a:lnTo>
                    <a:pt x="257546" y="283999"/>
                  </a:lnTo>
                  <a:lnTo>
                    <a:pt x="292601" y="249969"/>
                  </a:lnTo>
                  <a:lnTo>
                    <a:pt x="315592" y="206807"/>
                  </a:lnTo>
                  <a:lnTo>
                    <a:pt x="323850" y="157099"/>
                  </a:lnTo>
                  <a:lnTo>
                    <a:pt x="315592" y="107452"/>
                  </a:lnTo>
                  <a:lnTo>
                    <a:pt x="292601" y="64328"/>
                  </a:lnTo>
                  <a:lnTo>
                    <a:pt x="257546" y="30317"/>
                  </a:lnTo>
                  <a:lnTo>
                    <a:pt x="213097" y="8011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637908" y="3064192"/>
            <a:ext cx="1710689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Monthly</a:t>
            </a:r>
            <a:r>
              <a:rPr dirty="0" baseline="1792" sz="2325" spc="150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Report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30340" y="3728021"/>
            <a:ext cx="303403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Category-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wise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totals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match</a:t>
            </a:r>
            <a:r>
              <a:rPr dirty="0" sz="1250" spc="-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manual</a:t>
            </a:r>
            <a:r>
              <a:rPr dirty="0" sz="1250" spc="-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calculation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3425" y="4524438"/>
            <a:ext cx="5220335" cy="1428750"/>
            <a:chOff x="733425" y="4524438"/>
            <a:chExt cx="5220335" cy="1428750"/>
          </a:xfrm>
        </p:grpSpPr>
        <p:sp>
          <p:nvSpPr>
            <p:cNvPr id="29" name="object 29"/>
            <p:cNvSpPr/>
            <p:nvPr/>
          </p:nvSpPr>
          <p:spPr>
            <a:xfrm>
              <a:off x="738187" y="4529201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5136959" y="0"/>
                  </a:moveTo>
                  <a:lnTo>
                    <a:pt x="73240" y="0"/>
                  </a:lnTo>
                  <a:lnTo>
                    <a:pt x="44732" y="5750"/>
                  </a:lnTo>
                  <a:lnTo>
                    <a:pt x="21451" y="21431"/>
                  </a:lnTo>
                  <a:lnTo>
                    <a:pt x="5755" y="44684"/>
                  </a:lnTo>
                  <a:lnTo>
                    <a:pt x="0" y="73151"/>
                  </a:lnTo>
                  <a:lnTo>
                    <a:pt x="0" y="1345920"/>
                  </a:lnTo>
                  <a:lnTo>
                    <a:pt x="5755" y="1374429"/>
                  </a:lnTo>
                  <a:lnTo>
                    <a:pt x="21451" y="1397709"/>
                  </a:lnTo>
                  <a:lnTo>
                    <a:pt x="44732" y="1413405"/>
                  </a:lnTo>
                  <a:lnTo>
                    <a:pt x="73240" y="1419161"/>
                  </a:lnTo>
                  <a:lnTo>
                    <a:pt x="5136959" y="1419161"/>
                  </a:lnTo>
                  <a:lnTo>
                    <a:pt x="5165447" y="1413405"/>
                  </a:lnTo>
                  <a:lnTo>
                    <a:pt x="5188743" y="1397709"/>
                  </a:lnTo>
                  <a:lnTo>
                    <a:pt x="5204467" y="1374429"/>
                  </a:lnTo>
                  <a:lnTo>
                    <a:pt x="5210238" y="1345920"/>
                  </a:lnTo>
                  <a:lnTo>
                    <a:pt x="5210238" y="73151"/>
                  </a:lnTo>
                  <a:lnTo>
                    <a:pt x="5204467" y="44684"/>
                  </a:lnTo>
                  <a:lnTo>
                    <a:pt x="5188743" y="21431"/>
                  </a:lnTo>
                  <a:lnTo>
                    <a:pt x="5165447" y="5750"/>
                  </a:lnTo>
                  <a:lnTo>
                    <a:pt x="5136959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38187" y="4529201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0" y="73151"/>
                  </a:moveTo>
                  <a:lnTo>
                    <a:pt x="5755" y="44684"/>
                  </a:lnTo>
                  <a:lnTo>
                    <a:pt x="21451" y="21431"/>
                  </a:lnTo>
                  <a:lnTo>
                    <a:pt x="44732" y="5750"/>
                  </a:lnTo>
                  <a:lnTo>
                    <a:pt x="73240" y="0"/>
                  </a:lnTo>
                  <a:lnTo>
                    <a:pt x="5136959" y="0"/>
                  </a:lnTo>
                  <a:lnTo>
                    <a:pt x="5165447" y="5750"/>
                  </a:lnTo>
                  <a:lnTo>
                    <a:pt x="5188743" y="21431"/>
                  </a:lnTo>
                  <a:lnTo>
                    <a:pt x="5204467" y="44684"/>
                  </a:lnTo>
                  <a:lnTo>
                    <a:pt x="5210238" y="73151"/>
                  </a:lnTo>
                  <a:lnTo>
                    <a:pt x="5210238" y="1345920"/>
                  </a:lnTo>
                  <a:lnTo>
                    <a:pt x="5204467" y="1374429"/>
                  </a:lnTo>
                  <a:lnTo>
                    <a:pt x="5188743" y="1397709"/>
                  </a:lnTo>
                  <a:lnTo>
                    <a:pt x="5165447" y="1413405"/>
                  </a:lnTo>
                  <a:lnTo>
                    <a:pt x="5136959" y="1419161"/>
                  </a:lnTo>
                  <a:lnTo>
                    <a:pt x="73240" y="1419161"/>
                  </a:lnTo>
                  <a:lnTo>
                    <a:pt x="44732" y="1413405"/>
                  </a:lnTo>
                  <a:lnTo>
                    <a:pt x="21451" y="1397709"/>
                  </a:lnTo>
                  <a:lnTo>
                    <a:pt x="5755" y="1374429"/>
                  </a:lnTo>
                  <a:lnTo>
                    <a:pt x="0" y="1345920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62025" y="4752975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162" y="0"/>
                  </a:moveTo>
                  <a:lnTo>
                    <a:pt x="107484" y="8257"/>
                  </a:lnTo>
                  <a:lnTo>
                    <a:pt x="64341" y="31248"/>
                  </a:lnTo>
                  <a:lnTo>
                    <a:pt x="30321" y="66303"/>
                  </a:lnTo>
                  <a:lnTo>
                    <a:pt x="8011" y="110752"/>
                  </a:lnTo>
                  <a:lnTo>
                    <a:pt x="0" y="161925"/>
                  </a:lnTo>
                  <a:lnTo>
                    <a:pt x="8011" y="213097"/>
                  </a:lnTo>
                  <a:lnTo>
                    <a:pt x="30321" y="257546"/>
                  </a:lnTo>
                  <a:lnTo>
                    <a:pt x="64341" y="292601"/>
                  </a:lnTo>
                  <a:lnTo>
                    <a:pt x="107484" y="315592"/>
                  </a:lnTo>
                  <a:lnTo>
                    <a:pt x="157162" y="323850"/>
                  </a:lnTo>
                  <a:lnTo>
                    <a:pt x="206840" y="315592"/>
                  </a:lnTo>
                  <a:lnTo>
                    <a:pt x="249983" y="292601"/>
                  </a:lnTo>
                  <a:lnTo>
                    <a:pt x="284003" y="257546"/>
                  </a:lnTo>
                  <a:lnTo>
                    <a:pt x="306313" y="213097"/>
                  </a:lnTo>
                  <a:lnTo>
                    <a:pt x="314325" y="161925"/>
                  </a:lnTo>
                  <a:lnTo>
                    <a:pt x="306313" y="110752"/>
                  </a:lnTo>
                  <a:lnTo>
                    <a:pt x="284003" y="66303"/>
                  </a:lnTo>
                  <a:lnTo>
                    <a:pt x="249983" y="31248"/>
                  </a:lnTo>
                  <a:lnTo>
                    <a:pt x="206840" y="8257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56005" y="4758690"/>
            <a:ext cx="182880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Chart</a:t>
            </a:r>
            <a:r>
              <a:rPr dirty="0" baseline="1792" sz="2325" spc="135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Generation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8055" y="5421947"/>
            <a:ext cx="297307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Bar</a:t>
            </a:r>
            <a:r>
              <a:rPr dirty="0" sz="125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pie</a:t>
            </a:r>
            <a:r>
              <a:rPr dirty="0" sz="125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charts</a:t>
            </a:r>
            <a:r>
              <a:rPr dirty="0" sz="1250" spc="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render</a:t>
            </a:r>
            <a:r>
              <a:rPr dirty="0" sz="125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for</a:t>
            </a:r>
            <a:r>
              <a:rPr dirty="0" sz="1250" spc="-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 sample</a:t>
            </a:r>
            <a:r>
              <a:rPr dirty="0" sz="1250" spc="-20">
                <a:solidFill>
                  <a:srgbClr val="444444"/>
                </a:solidFill>
                <a:latin typeface="Calibri"/>
                <a:cs typeface="Calibri"/>
              </a:rPr>
              <a:t> month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05613" y="4524438"/>
            <a:ext cx="5229225" cy="1428750"/>
            <a:chOff x="6305613" y="4524438"/>
            <a:chExt cx="5229225" cy="1428750"/>
          </a:xfrm>
        </p:grpSpPr>
        <p:sp>
          <p:nvSpPr>
            <p:cNvPr id="35" name="object 35"/>
            <p:cNvSpPr/>
            <p:nvPr/>
          </p:nvSpPr>
          <p:spPr>
            <a:xfrm>
              <a:off x="6310376" y="4529201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51464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45920"/>
                  </a:lnTo>
                  <a:lnTo>
                    <a:pt x="5750" y="1374429"/>
                  </a:lnTo>
                  <a:lnTo>
                    <a:pt x="21431" y="1397709"/>
                  </a:lnTo>
                  <a:lnTo>
                    <a:pt x="44684" y="1413405"/>
                  </a:lnTo>
                  <a:lnTo>
                    <a:pt x="73151" y="1419161"/>
                  </a:lnTo>
                  <a:lnTo>
                    <a:pt x="5146421" y="1419161"/>
                  </a:lnTo>
                  <a:lnTo>
                    <a:pt x="5174908" y="1413405"/>
                  </a:lnTo>
                  <a:lnTo>
                    <a:pt x="5198205" y="1397709"/>
                  </a:lnTo>
                  <a:lnTo>
                    <a:pt x="5213929" y="1374429"/>
                  </a:lnTo>
                  <a:lnTo>
                    <a:pt x="5219700" y="1345920"/>
                  </a:lnTo>
                  <a:lnTo>
                    <a:pt x="5219700" y="73151"/>
                  </a:lnTo>
                  <a:lnTo>
                    <a:pt x="5213929" y="44684"/>
                  </a:lnTo>
                  <a:lnTo>
                    <a:pt x="5198205" y="21431"/>
                  </a:lnTo>
                  <a:lnTo>
                    <a:pt x="5174908" y="5750"/>
                  </a:lnTo>
                  <a:lnTo>
                    <a:pt x="5146421" y="0"/>
                  </a:lnTo>
                  <a:close/>
                </a:path>
              </a:pathLst>
            </a:custGeom>
            <a:solidFill>
              <a:srgbClr val="FBF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10376" y="4529201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146421" y="0"/>
                  </a:lnTo>
                  <a:lnTo>
                    <a:pt x="5174908" y="5750"/>
                  </a:lnTo>
                  <a:lnTo>
                    <a:pt x="5198205" y="21431"/>
                  </a:lnTo>
                  <a:lnTo>
                    <a:pt x="5213929" y="44684"/>
                  </a:lnTo>
                  <a:lnTo>
                    <a:pt x="5219700" y="73151"/>
                  </a:lnTo>
                  <a:lnTo>
                    <a:pt x="5219700" y="1345920"/>
                  </a:lnTo>
                  <a:lnTo>
                    <a:pt x="5213929" y="1374429"/>
                  </a:lnTo>
                  <a:lnTo>
                    <a:pt x="5198205" y="1397709"/>
                  </a:lnTo>
                  <a:lnTo>
                    <a:pt x="5174908" y="1413405"/>
                  </a:lnTo>
                  <a:lnTo>
                    <a:pt x="5146421" y="1419161"/>
                  </a:lnTo>
                  <a:lnTo>
                    <a:pt x="73151" y="1419161"/>
                  </a:lnTo>
                  <a:lnTo>
                    <a:pt x="44684" y="1413405"/>
                  </a:lnTo>
                  <a:lnTo>
                    <a:pt x="21431" y="1397709"/>
                  </a:lnTo>
                  <a:lnTo>
                    <a:pt x="5750" y="1374429"/>
                  </a:lnTo>
                  <a:lnTo>
                    <a:pt x="0" y="1345920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34150" y="47529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0"/>
                  </a:moveTo>
                  <a:lnTo>
                    <a:pt x="118886" y="5785"/>
                  </a:lnTo>
                  <a:lnTo>
                    <a:pt x="80207" y="22112"/>
                  </a:lnTo>
                  <a:lnTo>
                    <a:pt x="47434" y="47434"/>
                  </a:lnTo>
                  <a:lnTo>
                    <a:pt x="22112" y="80207"/>
                  </a:lnTo>
                  <a:lnTo>
                    <a:pt x="5785" y="118886"/>
                  </a:lnTo>
                  <a:lnTo>
                    <a:pt x="0" y="161925"/>
                  </a:lnTo>
                  <a:lnTo>
                    <a:pt x="5785" y="204963"/>
                  </a:lnTo>
                  <a:lnTo>
                    <a:pt x="22112" y="243642"/>
                  </a:lnTo>
                  <a:lnTo>
                    <a:pt x="47434" y="276415"/>
                  </a:lnTo>
                  <a:lnTo>
                    <a:pt x="80207" y="301737"/>
                  </a:lnTo>
                  <a:lnTo>
                    <a:pt x="118886" y="318064"/>
                  </a:lnTo>
                  <a:lnTo>
                    <a:pt x="161925" y="323850"/>
                  </a:lnTo>
                  <a:lnTo>
                    <a:pt x="204963" y="318064"/>
                  </a:lnTo>
                  <a:lnTo>
                    <a:pt x="243642" y="301737"/>
                  </a:lnTo>
                  <a:lnTo>
                    <a:pt x="276415" y="276415"/>
                  </a:lnTo>
                  <a:lnTo>
                    <a:pt x="301737" y="243642"/>
                  </a:lnTo>
                  <a:lnTo>
                    <a:pt x="318064" y="204963"/>
                  </a:lnTo>
                  <a:lnTo>
                    <a:pt x="323850" y="161925"/>
                  </a:lnTo>
                  <a:lnTo>
                    <a:pt x="318064" y="118886"/>
                  </a:lnTo>
                  <a:lnTo>
                    <a:pt x="301737" y="80207"/>
                  </a:lnTo>
                  <a:lnTo>
                    <a:pt x="276415" y="47434"/>
                  </a:lnTo>
                  <a:lnTo>
                    <a:pt x="243642" y="22112"/>
                  </a:lnTo>
                  <a:lnTo>
                    <a:pt x="204963" y="578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637908" y="4758690"/>
            <a:ext cx="176085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1950" indent="-349250">
              <a:lnSpc>
                <a:spcPct val="100000"/>
              </a:lnSpc>
              <a:spcBef>
                <a:spcPts val="125"/>
              </a:spcBef>
              <a:buClr>
                <a:srgbClr val="FFFFFF"/>
              </a:buClr>
              <a:buSzPct val="70967"/>
              <a:buFont typeface="Segoe UI Symbol"/>
              <a:buChar char="✓"/>
              <a:tabLst>
                <a:tab pos="361950" algn="l"/>
              </a:tabLst>
            </a:pPr>
            <a:r>
              <a:rPr dirty="0" baseline="1792" sz="2325" b="1">
                <a:latin typeface="Calibri"/>
                <a:cs typeface="Calibri"/>
              </a:rPr>
              <a:t>Data</a:t>
            </a:r>
            <a:r>
              <a:rPr dirty="0" baseline="1792" sz="2325" spc="37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Persistence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30340" y="5421947"/>
            <a:ext cx="278257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Saved</a:t>
            </a:r>
            <a:r>
              <a:rPr dirty="0" sz="1250" spc="-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records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reload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correctly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after restart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dirty="0" spc="-75"/>
              <a:t> </a:t>
            </a:r>
            <a:r>
              <a:rPr dirty="0"/>
              <a:t>/</a:t>
            </a:r>
            <a:r>
              <a:rPr dirty="0" spc="-55"/>
              <a:t> </a:t>
            </a:r>
            <a:r>
              <a:rPr dirty="0"/>
              <a:t>Expected</a:t>
            </a:r>
            <a:r>
              <a:rPr dirty="0" spc="-114"/>
              <a:t> </a:t>
            </a:r>
            <a:r>
              <a:rPr dirty="0" spc="-1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819150" y="1276350"/>
            <a:ext cx="10515600" cy="4210050"/>
          </a:xfrm>
          <a:custGeom>
            <a:avLst/>
            <a:gdLst/>
            <a:ahLst/>
            <a:cxnLst/>
            <a:rect l="l" t="t" r="r" b="b"/>
            <a:pathLst>
              <a:path w="10515600" h="4210050">
                <a:moveTo>
                  <a:pt x="10515600" y="0"/>
                </a:moveTo>
                <a:lnTo>
                  <a:pt x="0" y="0"/>
                </a:lnTo>
                <a:lnTo>
                  <a:pt x="0" y="4210050"/>
                </a:lnTo>
                <a:lnTo>
                  <a:pt x="10515600" y="421005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A0E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43952" y="1478978"/>
            <a:ext cx="4890135" cy="81343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R="5080">
              <a:lnSpc>
                <a:spcPts val="2030"/>
              </a:lnSpc>
              <a:spcBef>
                <a:spcPts val="200"/>
              </a:spcBef>
            </a:pP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=========================================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PERSONAL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EXPENSE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TRACKER</a:t>
            </a:r>
            <a:r>
              <a:rPr dirty="0" sz="1700" spc="-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MAIN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MENU</a:t>
            </a:r>
            <a:endParaRPr sz="1700">
              <a:latin typeface="Consolas"/>
              <a:cs typeface="Consolas"/>
            </a:endParaRPr>
          </a:p>
          <a:p>
            <a:pPr>
              <a:lnSpc>
                <a:spcPts val="2035"/>
              </a:lnSpc>
            </a:pP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=========================================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70042" y="2261298"/>
            <a:ext cx="333946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254250" algn="l"/>
              </a:tabLst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2.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View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Expenses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	3.</a:t>
            </a:r>
            <a:r>
              <a:rPr dirty="0" sz="1700" spc="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Report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3952" y="2261298"/>
            <a:ext cx="1798320" cy="803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2035"/>
              </a:lnSpc>
              <a:spcBef>
                <a:spcPts val="125"/>
              </a:spcBef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1. Add</a:t>
            </a:r>
            <a:r>
              <a:rPr dirty="0" sz="1700" spc="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Expense</a:t>
            </a:r>
            <a:endParaRPr sz="1700">
              <a:latin typeface="Consolas"/>
              <a:cs typeface="Consolas"/>
            </a:endParaRPr>
          </a:p>
          <a:p>
            <a:pPr marR="5080">
              <a:lnSpc>
                <a:spcPts val="2030"/>
              </a:lnSpc>
              <a:spcBef>
                <a:spcPts val="70"/>
              </a:spcBef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Enter</a:t>
            </a:r>
            <a:r>
              <a:rPr dirty="0" sz="1700" spc="-3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choice:</a:t>
            </a:r>
            <a:r>
              <a:rPr dirty="0" sz="1700" spc="-3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50">
                <a:solidFill>
                  <a:srgbClr val="6BE26B"/>
                </a:solidFill>
                <a:latin typeface="Consolas"/>
                <a:cs typeface="Consolas"/>
              </a:rPr>
              <a:t>1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Category:</a:t>
            </a:r>
            <a:r>
              <a:rPr dirty="0" sz="1700" spc="-5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Food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0042" y="2776156"/>
            <a:ext cx="132270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Amount:</a:t>
            </a:r>
            <a:r>
              <a:rPr dirty="0" sz="1700" spc="-4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25">
                <a:solidFill>
                  <a:srgbClr val="6BE26B"/>
                </a:solidFill>
                <a:latin typeface="Consolas"/>
                <a:cs typeface="Consolas"/>
              </a:rPr>
              <a:t>250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3952" y="3033712"/>
            <a:ext cx="5727065" cy="21107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Expense</a:t>
            </a:r>
            <a:r>
              <a:rPr dirty="0" sz="1700" spc="-3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Added</a:t>
            </a:r>
            <a:r>
              <a:rPr dirty="0" sz="1700" spc="-3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Successfully!</a:t>
            </a:r>
            <a:endParaRPr sz="17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700">
              <a:latin typeface="Consolas"/>
              <a:cs typeface="Consolas"/>
            </a:endParaRPr>
          </a:p>
          <a:p>
            <a:pPr>
              <a:lnSpc>
                <a:spcPts val="2035"/>
              </a:lnSpc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-5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-5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MONTHLY</a:t>
            </a:r>
            <a:r>
              <a:rPr dirty="0" sz="1700" spc="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SUMMARY (Sept</a:t>
            </a:r>
            <a:r>
              <a:rPr dirty="0" sz="1700" spc="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2026)</a:t>
            </a:r>
            <a:r>
              <a:rPr dirty="0" sz="1700" spc="5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-5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-</a:t>
            </a:r>
            <a:r>
              <a:rPr dirty="0" sz="1700" spc="-50">
                <a:solidFill>
                  <a:srgbClr val="6BE26B"/>
                </a:solidFill>
                <a:latin typeface="Consolas"/>
                <a:cs typeface="Consolas"/>
              </a:rPr>
              <a:t>--</a:t>
            </a:r>
            <a:endParaRPr sz="1700">
              <a:latin typeface="Consolas"/>
              <a:cs typeface="Consolas"/>
            </a:endParaRPr>
          </a:p>
          <a:p>
            <a:pPr marR="5080">
              <a:lnSpc>
                <a:spcPts val="2030"/>
              </a:lnSpc>
              <a:spcBef>
                <a:spcPts val="70"/>
              </a:spcBef>
              <a:tabLst>
                <a:tab pos="1902460" algn="l"/>
                <a:tab pos="4042410" algn="l"/>
              </a:tabLst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Food:</a:t>
            </a:r>
            <a:r>
              <a:rPr dirty="0" sz="1700" spc="-3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Rs.3200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	Travel:</a:t>
            </a:r>
            <a:r>
              <a:rPr dirty="0" sz="1700" spc="-4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Rs.1800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	Bills: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Rs.2400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Shopping:</a:t>
            </a:r>
            <a:r>
              <a:rPr dirty="0" sz="1700" spc="-5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Rs.1050</a:t>
            </a:r>
            <a:endParaRPr sz="17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Consolas"/>
              <a:cs typeface="Consolas"/>
            </a:endParaRPr>
          </a:p>
          <a:p>
            <a:pPr>
              <a:lnSpc>
                <a:spcPts val="2035"/>
              </a:lnSpc>
              <a:spcBef>
                <a:spcPts val="5"/>
              </a:spcBef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Total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Expenses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: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Rs.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8450</a:t>
            </a:r>
            <a:endParaRPr sz="1700">
              <a:latin typeface="Consolas"/>
              <a:cs typeface="Consolas"/>
            </a:endParaRPr>
          </a:p>
          <a:p>
            <a:pPr>
              <a:lnSpc>
                <a:spcPts val="2035"/>
              </a:lnSpc>
              <a:tabLst>
                <a:tab pos="1788160" algn="l"/>
              </a:tabLst>
            </a:pP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Top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Category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	: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Food</a:t>
            </a:r>
            <a:r>
              <a:rPr dirty="0" sz="1700" spc="-15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BE26B"/>
                </a:solidFill>
                <a:latin typeface="Consolas"/>
                <a:cs typeface="Consolas"/>
              </a:rPr>
              <a:t>(Rs.</a:t>
            </a:r>
            <a:r>
              <a:rPr dirty="0" sz="1700" spc="-20">
                <a:solidFill>
                  <a:srgbClr val="6BE26B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6BE26B"/>
                </a:solidFill>
                <a:latin typeface="Consolas"/>
                <a:cs typeface="Consolas"/>
              </a:rPr>
              <a:t>3200)</a:t>
            </a:r>
            <a:endParaRPr sz="1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GitHub</a:t>
            </a:r>
            <a:r>
              <a:rPr dirty="0" spc="-50"/>
              <a:t> </a:t>
            </a:r>
            <a:r>
              <a:rPr dirty="0"/>
              <a:t>Account,</a:t>
            </a:r>
            <a:r>
              <a:rPr dirty="0" spc="-60"/>
              <a:t> </a:t>
            </a:r>
            <a:r>
              <a:rPr dirty="0" spc="-10"/>
              <a:t>Repository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Collaboration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5800" y="1190688"/>
            <a:ext cx="3439160" cy="1743075"/>
            <a:chOff x="685800" y="1190688"/>
            <a:chExt cx="3439160" cy="1743075"/>
          </a:xfrm>
        </p:grpSpPr>
        <p:sp>
          <p:nvSpPr>
            <p:cNvPr id="5" name="object 5"/>
            <p:cNvSpPr/>
            <p:nvPr/>
          </p:nvSpPr>
          <p:spPr>
            <a:xfrm>
              <a:off x="690562" y="1195450"/>
              <a:ext cx="3429635" cy="1733550"/>
            </a:xfrm>
            <a:custGeom>
              <a:avLst/>
              <a:gdLst/>
              <a:ahLst/>
              <a:cxnLst/>
              <a:rect l="l" t="t" r="r" b="b"/>
              <a:pathLst>
                <a:path w="3429635" h="1733550">
                  <a:moveTo>
                    <a:pt x="3356038" y="0"/>
                  </a:moveTo>
                  <a:lnTo>
                    <a:pt x="72999" y="0"/>
                  </a:lnTo>
                  <a:lnTo>
                    <a:pt x="44587" y="5728"/>
                  </a:lnTo>
                  <a:lnTo>
                    <a:pt x="21383" y="21351"/>
                  </a:lnTo>
                  <a:lnTo>
                    <a:pt x="5737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37" y="1688919"/>
                  </a:lnTo>
                  <a:lnTo>
                    <a:pt x="21383" y="1712134"/>
                  </a:lnTo>
                  <a:lnTo>
                    <a:pt x="44587" y="1727801"/>
                  </a:lnTo>
                  <a:lnTo>
                    <a:pt x="72999" y="1733550"/>
                  </a:lnTo>
                  <a:lnTo>
                    <a:pt x="3356038" y="1733550"/>
                  </a:lnTo>
                  <a:lnTo>
                    <a:pt x="3384432" y="1727801"/>
                  </a:lnTo>
                  <a:lnTo>
                    <a:pt x="3407648" y="1712134"/>
                  </a:lnTo>
                  <a:lnTo>
                    <a:pt x="3423314" y="1688919"/>
                  </a:lnTo>
                  <a:lnTo>
                    <a:pt x="3429063" y="1660525"/>
                  </a:lnTo>
                  <a:lnTo>
                    <a:pt x="3429063" y="72898"/>
                  </a:lnTo>
                  <a:lnTo>
                    <a:pt x="3423314" y="44523"/>
                  </a:lnTo>
                  <a:lnTo>
                    <a:pt x="3407648" y="21351"/>
                  </a:lnTo>
                  <a:lnTo>
                    <a:pt x="3384432" y="5728"/>
                  </a:lnTo>
                  <a:lnTo>
                    <a:pt x="3356038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0562" y="1195450"/>
              <a:ext cx="3429635" cy="1733550"/>
            </a:xfrm>
            <a:custGeom>
              <a:avLst/>
              <a:gdLst/>
              <a:ahLst/>
              <a:cxnLst/>
              <a:rect l="l" t="t" r="r" b="b"/>
              <a:pathLst>
                <a:path w="3429635" h="1733550">
                  <a:moveTo>
                    <a:pt x="0" y="72898"/>
                  </a:moveTo>
                  <a:lnTo>
                    <a:pt x="5737" y="44523"/>
                  </a:lnTo>
                  <a:lnTo>
                    <a:pt x="21383" y="21351"/>
                  </a:lnTo>
                  <a:lnTo>
                    <a:pt x="44587" y="5728"/>
                  </a:lnTo>
                  <a:lnTo>
                    <a:pt x="72999" y="0"/>
                  </a:lnTo>
                  <a:lnTo>
                    <a:pt x="3356038" y="0"/>
                  </a:lnTo>
                  <a:lnTo>
                    <a:pt x="3384432" y="5728"/>
                  </a:lnTo>
                  <a:lnTo>
                    <a:pt x="3407648" y="21351"/>
                  </a:lnTo>
                  <a:lnTo>
                    <a:pt x="3423314" y="44523"/>
                  </a:lnTo>
                  <a:lnTo>
                    <a:pt x="3429063" y="72898"/>
                  </a:lnTo>
                  <a:lnTo>
                    <a:pt x="3429063" y="1660525"/>
                  </a:lnTo>
                  <a:lnTo>
                    <a:pt x="3423314" y="1688919"/>
                  </a:lnTo>
                  <a:lnTo>
                    <a:pt x="3407648" y="1712134"/>
                  </a:lnTo>
                  <a:lnTo>
                    <a:pt x="3384432" y="1727801"/>
                  </a:lnTo>
                  <a:lnTo>
                    <a:pt x="3356038" y="1733550"/>
                  </a:lnTo>
                  <a:lnTo>
                    <a:pt x="72999" y="1733550"/>
                  </a:lnTo>
                  <a:lnTo>
                    <a:pt x="44587" y="1727801"/>
                  </a:lnTo>
                  <a:lnTo>
                    <a:pt x="21383" y="1712134"/>
                  </a:lnTo>
                  <a:lnTo>
                    <a:pt x="5737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170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34641" y="1440878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7905" y="1992629"/>
            <a:ext cx="12242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Calibri"/>
                <a:cs typeface="Calibri"/>
              </a:rPr>
              <a:t>Create</a:t>
            </a:r>
            <a:r>
              <a:rPr dirty="0" sz="1500" spc="-55" b="1">
                <a:latin typeface="Calibri"/>
                <a:cs typeface="Calibri"/>
              </a:rPr>
              <a:t> </a:t>
            </a:r>
            <a:r>
              <a:rPr dirty="0" sz="1500" spc="-10" b="1">
                <a:latin typeface="Calibri"/>
                <a:cs typeface="Calibri"/>
              </a:rPr>
              <a:t>Account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219" y="2457513"/>
            <a:ext cx="180467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Personal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GitHub</a:t>
            </a:r>
            <a:r>
              <a:rPr dirty="0" sz="110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account</a:t>
            </a:r>
            <a:r>
              <a:rPr dirty="0" sz="1100" spc="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set</a:t>
            </a:r>
            <a:r>
              <a:rPr dirty="0" sz="1100" spc="-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444444"/>
                </a:solidFill>
                <a:latin typeface="Calibri"/>
                <a:cs typeface="Calibri"/>
              </a:rPr>
              <a:t>up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38713" y="1190688"/>
            <a:ext cx="3438525" cy="1743075"/>
            <a:chOff x="4438713" y="1190688"/>
            <a:chExt cx="3438525" cy="1743075"/>
          </a:xfrm>
        </p:grpSpPr>
        <p:sp>
          <p:nvSpPr>
            <p:cNvPr id="12" name="object 12"/>
            <p:cNvSpPr/>
            <p:nvPr/>
          </p:nvSpPr>
          <p:spPr>
            <a:xfrm>
              <a:off x="4443476" y="1195450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335597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28" y="1688919"/>
                  </a:lnTo>
                  <a:lnTo>
                    <a:pt x="21351" y="1712134"/>
                  </a:lnTo>
                  <a:lnTo>
                    <a:pt x="44523" y="1727801"/>
                  </a:lnTo>
                  <a:lnTo>
                    <a:pt x="72898" y="1733550"/>
                  </a:lnTo>
                  <a:lnTo>
                    <a:pt x="3355975" y="1733550"/>
                  </a:lnTo>
                  <a:lnTo>
                    <a:pt x="3384369" y="1727801"/>
                  </a:lnTo>
                  <a:lnTo>
                    <a:pt x="3407584" y="1712134"/>
                  </a:lnTo>
                  <a:lnTo>
                    <a:pt x="3423251" y="1688919"/>
                  </a:lnTo>
                  <a:lnTo>
                    <a:pt x="3429000" y="1660525"/>
                  </a:lnTo>
                  <a:lnTo>
                    <a:pt x="3429000" y="72898"/>
                  </a:lnTo>
                  <a:lnTo>
                    <a:pt x="3423251" y="44523"/>
                  </a:lnTo>
                  <a:lnTo>
                    <a:pt x="3407584" y="21351"/>
                  </a:lnTo>
                  <a:lnTo>
                    <a:pt x="3384369" y="5728"/>
                  </a:lnTo>
                  <a:lnTo>
                    <a:pt x="3355975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43476" y="1195450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355975" y="0"/>
                  </a:lnTo>
                  <a:lnTo>
                    <a:pt x="3384369" y="5728"/>
                  </a:lnTo>
                  <a:lnTo>
                    <a:pt x="3407584" y="21351"/>
                  </a:lnTo>
                  <a:lnTo>
                    <a:pt x="3423251" y="44523"/>
                  </a:lnTo>
                  <a:lnTo>
                    <a:pt x="3429000" y="72898"/>
                  </a:lnTo>
                  <a:lnTo>
                    <a:pt x="3429000" y="1660525"/>
                  </a:lnTo>
                  <a:lnTo>
                    <a:pt x="3423251" y="1688919"/>
                  </a:lnTo>
                  <a:lnTo>
                    <a:pt x="3407584" y="1712134"/>
                  </a:lnTo>
                  <a:lnTo>
                    <a:pt x="3384369" y="1727801"/>
                  </a:lnTo>
                  <a:lnTo>
                    <a:pt x="3355975" y="1733550"/>
                  </a:lnTo>
                  <a:lnTo>
                    <a:pt x="72898" y="1733550"/>
                  </a:lnTo>
                  <a:lnTo>
                    <a:pt x="44523" y="1727801"/>
                  </a:lnTo>
                  <a:lnTo>
                    <a:pt x="21351" y="1712134"/>
                  </a:lnTo>
                  <a:lnTo>
                    <a:pt x="5728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2455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086475" y="1440878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4584" y="1992629"/>
            <a:ext cx="14389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Calibri"/>
                <a:cs typeface="Calibri"/>
              </a:rPr>
              <a:t>Create</a:t>
            </a:r>
            <a:r>
              <a:rPr dirty="0" sz="1500" spc="-55" b="1">
                <a:latin typeface="Calibri"/>
                <a:cs typeface="Calibri"/>
              </a:rPr>
              <a:t> </a:t>
            </a:r>
            <a:r>
              <a:rPr dirty="0" sz="1500" spc="-10" b="1">
                <a:latin typeface="Calibri"/>
                <a:cs typeface="Calibri"/>
              </a:rPr>
              <a:t>Repository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77154" y="2457513"/>
            <a:ext cx="19507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Personal-Expense-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Tracker</a:t>
            </a:r>
            <a:r>
              <a:rPr dirty="0" sz="1100" spc="8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(public)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182038" y="1190688"/>
            <a:ext cx="3438525" cy="1743075"/>
            <a:chOff x="8182038" y="1190688"/>
            <a:chExt cx="3438525" cy="1743075"/>
          </a:xfrm>
        </p:grpSpPr>
        <p:sp>
          <p:nvSpPr>
            <p:cNvPr id="19" name="object 19"/>
            <p:cNvSpPr/>
            <p:nvPr/>
          </p:nvSpPr>
          <p:spPr>
            <a:xfrm>
              <a:off x="8186801" y="1195450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335597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28" y="1688919"/>
                  </a:lnTo>
                  <a:lnTo>
                    <a:pt x="21351" y="1712134"/>
                  </a:lnTo>
                  <a:lnTo>
                    <a:pt x="44523" y="1727801"/>
                  </a:lnTo>
                  <a:lnTo>
                    <a:pt x="72898" y="1733550"/>
                  </a:lnTo>
                  <a:lnTo>
                    <a:pt x="3355975" y="1733550"/>
                  </a:lnTo>
                  <a:lnTo>
                    <a:pt x="3384369" y="1727801"/>
                  </a:lnTo>
                  <a:lnTo>
                    <a:pt x="3407584" y="1712134"/>
                  </a:lnTo>
                  <a:lnTo>
                    <a:pt x="3423251" y="1688919"/>
                  </a:lnTo>
                  <a:lnTo>
                    <a:pt x="3429000" y="1660525"/>
                  </a:lnTo>
                  <a:lnTo>
                    <a:pt x="3429000" y="72898"/>
                  </a:lnTo>
                  <a:lnTo>
                    <a:pt x="3423251" y="44523"/>
                  </a:lnTo>
                  <a:lnTo>
                    <a:pt x="3407584" y="21351"/>
                  </a:lnTo>
                  <a:lnTo>
                    <a:pt x="3384369" y="5728"/>
                  </a:lnTo>
                  <a:lnTo>
                    <a:pt x="3355975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186801" y="1195450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355975" y="0"/>
                  </a:lnTo>
                  <a:lnTo>
                    <a:pt x="3384369" y="5728"/>
                  </a:lnTo>
                  <a:lnTo>
                    <a:pt x="3407584" y="21351"/>
                  </a:lnTo>
                  <a:lnTo>
                    <a:pt x="3423251" y="44523"/>
                  </a:lnTo>
                  <a:lnTo>
                    <a:pt x="3429000" y="72898"/>
                  </a:lnTo>
                  <a:lnTo>
                    <a:pt x="3429000" y="1660525"/>
                  </a:lnTo>
                  <a:lnTo>
                    <a:pt x="3423251" y="1688919"/>
                  </a:lnTo>
                  <a:lnTo>
                    <a:pt x="3407584" y="1712134"/>
                  </a:lnTo>
                  <a:lnTo>
                    <a:pt x="3384369" y="1727801"/>
                  </a:lnTo>
                  <a:lnTo>
                    <a:pt x="3355975" y="1733550"/>
                  </a:lnTo>
                  <a:lnTo>
                    <a:pt x="72898" y="1733550"/>
                  </a:lnTo>
                  <a:lnTo>
                    <a:pt x="44523" y="1727801"/>
                  </a:lnTo>
                  <a:lnTo>
                    <a:pt x="21351" y="1712134"/>
                  </a:lnTo>
                  <a:lnTo>
                    <a:pt x="5728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66787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838308" y="1440878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85554" y="1992629"/>
            <a:ext cx="10471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Calibri"/>
                <a:cs typeface="Calibri"/>
              </a:rPr>
              <a:t>Upload</a:t>
            </a:r>
            <a:r>
              <a:rPr dirty="0" sz="1500" spc="-50" b="1">
                <a:latin typeface="Calibri"/>
                <a:cs typeface="Calibri"/>
              </a:rPr>
              <a:t> </a:t>
            </a:r>
            <a:r>
              <a:rPr dirty="0" sz="1500" spc="-20" b="1">
                <a:latin typeface="Calibri"/>
                <a:cs typeface="Calibri"/>
              </a:rPr>
              <a:t>Code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2019" y="2457513"/>
            <a:ext cx="27285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expense_tracker.py,</a:t>
            </a:r>
            <a:r>
              <a:rPr dirty="0" sz="1100" spc="7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expenses.csv,</a:t>
            </a:r>
            <a:r>
              <a:rPr dirty="0" sz="1100" spc="8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README.md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5800" y="3200463"/>
            <a:ext cx="3439160" cy="1743075"/>
            <a:chOff x="685800" y="3200463"/>
            <a:chExt cx="3439160" cy="1743075"/>
          </a:xfrm>
        </p:grpSpPr>
        <p:sp>
          <p:nvSpPr>
            <p:cNvPr id="26" name="object 26"/>
            <p:cNvSpPr/>
            <p:nvPr/>
          </p:nvSpPr>
          <p:spPr>
            <a:xfrm>
              <a:off x="690562" y="3205226"/>
              <a:ext cx="3429635" cy="1733550"/>
            </a:xfrm>
            <a:custGeom>
              <a:avLst/>
              <a:gdLst/>
              <a:ahLst/>
              <a:cxnLst/>
              <a:rect l="l" t="t" r="r" b="b"/>
              <a:pathLst>
                <a:path w="3429635" h="1733550">
                  <a:moveTo>
                    <a:pt x="3356038" y="0"/>
                  </a:moveTo>
                  <a:lnTo>
                    <a:pt x="72999" y="0"/>
                  </a:lnTo>
                  <a:lnTo>
                    <a:pt x="44587" y="5728"/>
                  </a:lnTo>
                  <a:lnTo>
                    <a:pt x="21383" y="21351"/>
                  </a:lnTo>
                  <a:lnTo>
                    <a:pt x="5737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37" y="1688919"/>
                  </a:lnTo>
                  <a:lnTo>
                    <a:pt x="21383" y="1712134"/>
                  </a:lnTo>
                  <a:lnTo>
                    <a:pt x="44587" y="1727801"/>
                  </a:lnTo>
                  <a:lnTo>
                    <a:pt x="72999" y="1733550"/>
                  </a:lnTo>
                  <a:lnTo>
                    <a:pt x="3356038" y="1733550"/>
                  </a:lnTo>
                  <a:lnTo>
                    <a:pt x="3384432" y="1727801"/>
                  </a:lnTo>
                  <a:lnTo>
                    <a:pt x="3407648" y="1712134"/>
                  </a:lnTo>
                  <a:lnTo>
                    <a:pt x="3423314" y="1688919"/>
                  </a:lnTo>
                  <a:lnTo>
                    <a:pt x="3429063" y="1660525"/>
                  </a:lnTo>
                  <a:lnTo>
                    <a:pt x="3429063" y="72898"/>
                  </a:lnTo>
                  <a:lnTo>
                    <a:pt x="3423314" y="44523"/>
                  </a:lnTo>
                  <a:lnTo>
                    <a:pt x="3407648" y="21351"/>
                  </a:lnTo>
                  <a:lnTo>
                    <a:pt x="3384432" y="5728"/>
                  </a:lnTo>
                  <a:lnTo>
                    <a:pt x="3356038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90562" y="3205226"/>
              <a:ext cx="3429635" cy="1733550"/>
            </a:xfrm>
            <a:custGeom>
              <a:avLst/>
              <a:gdLst/>
              <a:ahLst/>
              <a:cxnLst/>
              <a:rect l="l" t="t" r="r" b="b"/>
              <a:pathLst>
                <a:path w="3429635" h="1733550">
                  <a:moveTo>
                    <a:pt x="0" y="72898"/>
                  </a:moveTo>
                  <a:lnTo>
                    <a:pt x="5737" y="44523"/>
                  </a:lnTo>
                  <a:lnTo>
                    <a:pt x="21383" y="21351"/>
                  </a:lnTo>
                  <a:lnTo>
                    <a:pt x="44587" y="5728"/>
                  </a:lnTo>
                  <a:lnTo>
                    <a:pt x="72999" y="0"/>
                  </a:lnTo>
                  <a:lnTo>
                    <a:pt x="3356038" y="0"/>
                  </a:lnTo>
                  <a:lnTo>
                    <a:pt x="3384432" y="5728"/>
                  </a:lnTo>
                  <a:lnTo>
                    <a:pt x="3407648" y="21351"/>
                  </a:lnTo>
                  <a:lnTo>
                    <a:pt x="3423314" y="44523"/>
                  </a:lnTo>
                  <a:lnTo>
                    <a:pt x="3429063" y="72898"/>
                  </a:lnTo>
                  <a:lnTo>
                    <a:pt x="3429063" y="1660525"/>
                  </a:lnTo>
                  <a:lnTo>
                    <a:pt x="3423314" y="1688919"/>
                  </a:lnTo>
                  <a:lnTo>
                    <a:pt x="3407648" y="1712134"/>
                  </a:lnTo>
                  <a:lnTo>
                    <a:pt x="3384432" y="1727801"/>
                  </a:lnTo>
                  <a:lnTo>
                    <a:pt x="3356038" y="1733550"/>
                  </a:lnTo>
                  <a:lnTo>
                    <a:pt x="72999" y="1733550"/>
                  </a:lnTo>
                  <a:lnTo>
                    <a:pt x="44587" y="1727801"/>
                  </a:lnTo>
                  <a:lnTo>
                    <a:pt x="21383" y="1712134"/>
                  </a:lnTo>
                  <a:lnTo>
                    <a:pt x="5737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71700" y="33813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334641" y="3455352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63369" y="4006532"/>
            <a:ext cx="16719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Calibri"/>
                <a:cs typeface="Calibri"/>
              </a:rPr>
              <a:t>Meaningful</a:t>
            </a:r>
            <a:r>
              <a:rPr dirty="0" sz="1500" spc="5" b="1">
                <a:latin typeface="Calibri"/>
                <a:cs typeface="Calibri"/>
              </a:rPr>
              <a:t> </a:t>
            </a:r>
            <a:r>
              <a:rPr dirty="0" sz="1500" spc="-10" b="1">
                <a:latin typeface="Calibri"/>
                <a:cs typeface="Calibri"/>
              </a:rPr>
              <a:t>Commits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77289" y="4471987"/>
            <a:ext cx="245427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"added</a:t>
            </a:r>
            <a:r>
              <a:rPr dirty="0" sz="1100" spc="-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CSV</a:t>
            </a:r>
            <a:r>
              <a:rPr dirty="0" sz="110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storage",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"added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report</a:t>
            </a:r>
            <a:r>
              <a:rPr dirty="0" sz="1100" spc="-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chart"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438713" y="3200463"/>
            <a:ext cx="3438525" cy="1743075"/>
            <a:chOff x="4438713" y="3200463"/>
            <a:chExt cx="3438525" cy="1743075"/>
          </a:xfrm>
        </p:grpSpPr>
        <p:sp>
          <p:nvSpPr>
            <p:cNvPr id="33" name="object 33"/>
            <p:cNvSpPr/>
            <p:nvPr/>
          </p:nvSpPr>
          <p:spPr>
            <a:xfrm>
              <a:off x="4443476" y="3205226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335597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28" y="1688919"/>
                  </a:lnTo>
                  <a:lnTo>
                    <a:pt x="21351" y="1712134"/>
                  </a:lnTo>
                  <a:lnTo>
                    <a:pt x="44523" y="1727801"/>
                  </a:lnTo>
                  <a:lnTo>
                    <a:pt x="72898" y="1733550"/>
                  </a:lnTo>
                  <a:lnTo>
                    <a:pt x="3355975" y="1733550"/>
                  </a:lnTo>
                  <a:lnTo>
                    <a:pt x="3384369" y="1727801"/>
                  </a:lnTo>
                  <a:lnTo>
                    <a:pt x="3407584" y="1712134"/>
                  </a:lnTo>
                  <a:lnTo>
                    <a:pt x="3423251" y="1688919"/>
                  </a:lnTo>
                  <a:lnTo>
                    <a:pt x="3429000" y="1660525"/>
                  </a:lnTo>
                  <a:lnTo>
                    <a:pt x="3429000" y="72898"/>
                  </a:lnTo>
                  <a:lnTo>
                    <a:pt x="3423251" y="44523"/>
                  </a:lnTo>
                  <a:lnTo>
                    <a:pt x="3407584" y="21351"/>
                  </a:lnTo>
                  <a:lnTo>
                    <a:pt x="3384369" y="5728"/>
                  </a:lnTo>
                  <a:lnTo>
                    <a:pt x="3355975" y="0"/>
                  </a:lnTo>
                  <a:close/>
                </a:path>
              </a:pathLst>
            </a:custGeom>
            <a:solidFill>
              <a:srgbClr val="FBF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443476" y="3205226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355975" y="0"/>
                  </a:lnTo>
                  <a:lnTo>
                    <a:pt x="3384369" y="5728"/>
                  </a:lnTo>
                  <a:lnTo>
                    <a:pt x="3407584" y="21351"/>
                  </a:lnTo>
                  <a:lnTo>
                    <a:pt x="3423251" y="44523"/>
                  </a:lnTo>
                  <a:lnTo>
                    <a:pt x="3429000" y="72898"/>
                  </a:lnTo>
                  <a:lnTo>
                    <a:pt x="3429000" y="1660525"/>
                  </a:lnTo>
                  <a:lnTo>
                    <a:pt x="3423251" y="1688919"/>
                  </a:lnTo>
                  <a:lnTo>
                    <a:pt x="3407584" y="1712134"/>
                  </a:lnTo>
                  <a:lnTo>
                    <a:pt x="3384369" y="1727801"/>
                  </a:lnTo>
                  <a:lnTo>
                    <a:pt x="3355975" y="1733550"/>
                  </a:lnTo>
                  <a:lnTo>
                    <a:pt x="72898" y="1733550"/>
                  </a:lnTo>
                  <a:lnTo>
                    <a:pt x="44523" y="1727801"/>
                  </a:lnTo>
                  <a:lnTo>
                    <a:pt x="21351" y="1712134"/>
                  </a:lnTo>
                  <a:lnTo>
                    <a:pt x="5728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924550" y="33813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086475" y="3455352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06669" y="4006532"/>
            <a:ext cx="10979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Calibri"/>
                <a:cs typeface="Calibri"/>
              </a:rPr>
              <a:t>Collaboration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73065" y="4471987"/>
            <a:ext cx="23660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Branches</a:t>
            </a:r>
            <a:r>
              <a:rPr dirty="0" sz="1100" spc="-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pull</a:t>
            </a:r>
            <a:r>
              <a:rPr dirty="0" sz="110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requests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for</a:t>
            </a:r>
            <a:r>
              <a:rPr dirty="0" sz="1100" spc="-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teamwork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82038" y="3200463"/>
            <a:ext cx="3438525" cy="1743075"/>
            <a:chOff x="8182038" y="3200463"/>
            <a:chExt cx="3438525" cy="1743075"/>
          </a:xfrm>
        </p:grpSpPr>
        <p:sp>
          <p:nvSpPr>
            <p:cNvPr id="40" name="object 40"/>
            <p:cNvSpPr/>
            <p:nvPr/>
          </p:nvSpPr>
          <p:spPr>
            <a:xfrm>
              <a:off x="8186801" y="3205226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335597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1660525"/>
                  </a:lnTo>
                  <a:lnTo>
                    <a:pt x="5728" y="1688919"/>
                  </a:lnTo>
                  <a:lnTo>
                    <a:pt x="21351" y="1712134"/>
                  </a:lnTo>
                  <a:lnTo>
                    <a:pt x="44523" y="1727801"/>
                  </a:lnTo>
                  <a:lnTo>
                    <a:pt x="72898" y="1733550"/>
                  </a:lnTo>
                  <a:lnTo>
                    <a:pt x="3355975" y="1733550"/>
                  </a:lnTo>
                  <a:lnTo>
                    <a:pt x="3384369" y="1727801"/>
                  </a:lnTo>
                  <a:lnTo>
                    <a:pt x="3407584" y="1712134"/>
                  </a:lnTo>
                  <a:lnTo>
                    <a:pt x="3423251" y="1688919"/>
                  </a:lnTo>
                  <a:lnTo>
                    <a:pt x="3429000" y="1660525"/>
                  </a:lnTo>
                  <a:lnTo>
                    <a:pt x="3429000" y="72898"/>
                  </a:lnTo>
                  <a:lnTo>
                    <a:pt x="3423251" y="44523"/>
                  </a:lnTo>
                  <a:lnTo>
                    <a:pt x="3407584" y="21351"/>
                  </a:lnTo>
                  <a:lnTo>
                    <a:pt x="3384369" y="5728"/>
                  </a:lnTo>
                  <a:lnTo>
                    <a:pt x="3355975" y="0"/>
                  </a:lnTo>
                  <a:close/>
                </a:path>
              </a:pathLst>
            </a:custGeom>
            <a:solidFill>
              <a:srgbClr val="FBF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186801" y="3205226"/>
              <a:ext cx="3429000" cy="1733550"/>
            </a:xfrm>
            <a:custGeom>
              <a:avLst/>
              <a:gdLst/>
              <a:ahLst/>
              <a:cxnLst/>
              <a:rect l="l" t="t" r="r" b="b"/>
              <a:pathLst>
                <a:path w="3429000" h="1733550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355975" y="0"/>
                  </a:lnTo>
                  <a:lnTo>
                    <a:pt x="3384369" y="5728"/>
                  </a:lnTo>
                  <a:lnTo>
                    <a:pt x="3407584" y="21351"/>
                  </a:lnTo>
                  <a:lnTo>
                    <a:pt x="3423251" y="44523"/>
                  </a:lnTo>
                  <a:lnTo>
                    <a:pt x="3429000" y="72898"/>
                  </a:lnTo>
                  <a:lnTo>
                    <a:pt x="3429000" y="1660525"/>
                  </a:lnTo>
                  <a:lnTo>
                    <a:pt x="3423251" y="1688919"/>
                  </a:lnTo>
                  <a:lnTo>
                    <a:pt x="3407584" y="1712134"/>
                  </a:lnTo>
                  <a:lnTo>
                    <a:pt x="3384369" y="1727801"/>
                  </a:lnTo>
                  <a:lnTo>
                    <a:pt x="3355975" y="1733550"/>
                  </a:lnTo>
                  <a:lnTo>
                    <a:pt x="72898" y="1733550"/>
                  </a:lnTo>
                  <a:lnTo>
                    <a:pt x="44523" y="1727801"/>
                  </a:lnTo>
                  <a:lnTo>
                    <a:pt x="21351" y="1712134"/>
                  </a:lnTo>
                  <a:lnTo>
                    <a:pt x="5728" y="1688919"/>
                  </a:lnTo>
                  <a:lnTo>
                    <a:pt x="0" y="1660525"/>
                  </a:lnTo>
                  <a:lnTo>
                    <a:pt x="0" y="72898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667875" y="33813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9838308" y="3455352"/>
            <a:ext cx="1371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9335769" y="4006532"/>
            <a:ext cx="11385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 b="1">
                <a:latin typeface="Calibri"/>
                <a:cs typeface="Calibri"/>
              </a:rPr>
              <a:t>Track</a:t>
            </a:r>
            <a:r>
              <a:rPr dirty="0" sz="1500" spc="-40" b="1">
                <a:latin typeface="Calibri"/>
                <a:cs typeface="Calibri"/>
              </a:rPr>
              <a:t> </a:t>
            </a:r>
            <a:r>
              <a:rPr dirty="0" sz="1500" spc="-10" b="1">
                <a:latin typeface="Calibri"/>
                <a:cs typeface="Calibri"/>
              </a:rPr>
              <a:t>Changes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60434" y="4471987"/>
            <a:ext cx="268668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Commit</a:t>
            </a:r>
            <a:r>
              <a:rPr dirty="0" sz="1100" spc="-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history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tracks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Calibri"/>
                <a:cs typeface="Calibri"/>
              </a:rPr>
              <a:t>progress</a:t>
            </a:r>
            <a:r>
              <a:rPr dirty="0" sz="1100" spc="-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phase</a:t>
            </a:r>
            <a:r>
              <a:rPr dirty="0" sz="110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444444"/>
                </a:solidFill>
                <a:latin typeface="Calibri"/>
                <a:cs typeface="Calibri"/>
              </a:rPr>
              <a:t>by</a:t>
            </a:r>
            <a:r>
              <a:rPr dirty="0" sz="1100" spc="-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444444"/>
                </a:solidFill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792" y="464248"/>
            <a:ext cx="16573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Individual</a:t>
            </a:r>
            <a:r>
              <a:rPr dirty="0" spc="-100"/>
              <a:t> </a:t>
            </a:r>
            <a:r>
              <a:rPr dirty="0" spc="-10"/>
              <a:t>Contribution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33425" y="1143063"/>
            <a:ext cx="5220335" cy="1428750"/>
            <a:chOff x="733425" y="1143063"/>
            <a:chExt cx="5220335" cy="1428750"/>
          </a:xfrm>
        </p:grpSpPr>
        <p:sp>
          <p:nvSpPr>
            <p:cNvPr id="5" name="object 5"/>
            <p:cNvSpPr/>
            <p:nvPr/>
          </p:nvSpPr>
          <p:spPr>
            <a:xfrm>
              <a:off x="738187" y="1147825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5136959" y="0"/>
                  </a:moveTo>
                  <a:lnTo>
                    <a:pt x="73240" y="0"/>
                  </a:lnTo>
                  <a:lnTo>
                    <a:pt x="44732" y="5750"/>
                  </a:lnTo>
                  <a:lnTo>
                    <a:pt x="21451" y="21431"/>
                  </a:lnTo>
                  <a:lnTo>
                    <a:pt x="5755" y="44684"/>
                  </a:lnTo>
                  <a:lnTo>
                    <a:pt x="0" y="73151"/>
                  </a:lnTo>
                  <a:lnTo>
                    <a:pt x="0" y="1345946"/>
                  </a:lnTo>
                  <a:lnTo>
                    <a:pt x="5755" y="1374433"/>
                  </a:lnTo>
                  <a:lnTo>
                    <a:pt x="21451" y="1397730"/>
                  </a:lnTo>
                  <a:lnTo>
                    <a:pt x="44732" y="1413454"/>
                  </a:lnTo>
                  <a:lnTo>
                    <a:pt x="73240" y="1419225"/>
                  </a:lnTo>
                  <a:lnTo>
                    <a:pt x="5136959" y="1419225"/>
                  </a:lnTo>
                  <a:lnTo>
                    <a:pt x="5165447" y="1413454"/>
                  </a:lnTo>
                  <a:lnTo>
                    <a:pt x="5188743" y="1397730"/>
                  </a:lnTo>
                  <a:lnTo>
                    <a:pt x="5204467" y="1374433"/>
                  </a:lnTo>
                  <a:lnTo>
                    <a:pt x="5210238" y="1345946"/>
                  </a:lnTo>
                  <a:lnTo>
                    <a:pt x="5210238" y="73151"/>
                  </a:lnTo>
                  <a:lnTo>
                    <a:pt x="5204467" y="44684"/>
                  </a:lnTo>
                  <a:lnTo>
                    <a:pt x="5188743" y="21431"/>
                  </a:lnTo>
                  <a:lnTo>
                    <a:pt x="5165447" y="5750"/>
                  </a:lnTo>
                  <a:lnTo>
                    <a:pt x="5136959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8187" y="1147825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0" y="73151"/>
                  </a:moveTo>
                  <a:lnTo>
                    <a:pt x="5755" y="44684"/>
                  </a:lnTo>
                  <a:lnTo>
                    <a:pt x="21451" y="21431"/>
                  </a:lnTo>
                  <a:lnTo>
                    <a:pt x="44732" y="5750"/>
                  </a:lnTo>
                  <a:lnTo>
                    <a:pt x="73240" y="0"/>
                  </a:lnTo>
                  <a:lnTo>
                    <a:pt x="5136959" y="0"/>
                  </a:lnTo>
                  <a:lnTo>
                    <a:pt x="5165447" y="5750"/>
                  </a:lnTo>
                  <a:lnTo>
                    <a:pt x="5188743" y="21431"/>
                  </a:lnTo>
                  <a:lnTo>
                    <a:pt x="5204467" y="44684"/>
                  </a:lnTo>
                  <a:lnTo>
                    <a:pt x="5210238" y="73151"/>
                  </a:lnTo>
                  <a:lnTo>
                    <a:pt x="5210238" y="1345946"/>
                  </a:lnTo>
                  <a:lnTo>
                    <a:pt x="5204467" y="1374433"/>
                  </a:lnTo>
                  <a:lnTo>
                    <a:pt x="5188743" y="1397730"/>
                  </a:lnTo>
                  <a:lnTo>
                    <a:pt x="5165447" y="1413454"/>
                  </a:lnTo>
                  <a:lnTo>
                    <a:pt x="5136959" y="1419225"/>
                  </a:lnTo>
                  <a:lnTo>
                    <a:pt x="73240" y="1419225"/>
                  </a:lnTo>
                  <a:lnTo>
                    <a:pt x="44732" y="1413454"/>
                  </a:lnTo>
                  <a:lnTo>
                    <a:pt x="21451" y="1397730"/>
                  </a:lnTo>
                  <a:lnTo>
                    <a:pt x="5755" y="1374433"/>
                  </a:lnTo>
                  <a:lnTo>
                    <a:pt x="0" y="1345946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2025" y="1371599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162" y="0"/>
                  </a:moveTo>
                  <a:lnTo>
                    <a:pt x="107484" y="8257"/>
                  </a:lnTo>
                  <a:lnTo>
                    <a:pt x="64341" y="31248"/>
                  </a:lnTo>
                  <a:lnTo>
                    <a:pt x="30321" y="66303"/>
                  </a:lnTo>
                  <a:lnTo>
                    <a:pt x="8011" y="110752"/>
                  </a:lnTo>
                  <a:lnTo>
                    <a:pt x="0" y="161925"/>
                  </a:lnTo>
                  <a:lnTo>
                    <a:pt x="8011" y="213097"/>
                  </a:lnTo>
                  <a:lnTo>
                    <a:pt x="30321" y="257546"/>
                  </a:lnTo>
                  <a:lnTo>
                    <a:pt x="64341" y="292601"/>
                  </a:lnTo>
                  <a:lnTo>
                    <a:pt x="107484" y="315592"/>
                  </a:lnTo>
                  <a:lnTo>
                    <a:pt x="157162" y="323850"/>
                  </a:lnTo>
                  <a:lnTo>
                    <a:pt x="206840" y="315592"/>
                  </a:lnTo>
                  <a:lnTo>
                    <a:pt x="249983" y="292601"/>
                  </a:lnTo>
                  <a:lnTo>
                    <a:pt x="284003" y="257546"/>
                  </a:lnTo>
                  <a:lnTo>
                    <a:pt x="306313" y="213097"/>
                  </a:lnTo>
                  <a:lnTo>
                    <a:pt x="314325" y="161925"/>
                  </a:lnTo>
                  <a:lnTo>
                    <a:pt x="306313" y="110752"/>
                  </a:lnTo>
                  <a:lnTo>
                    <a:pt x="284003" y="66303"/>
                  </a:lnTo>
                  <a:lnTo>
                    <a:pt x="249983" y="31248"/>
                  </a:lnTo>
                  <a:lnTo>
                    <a:pt x="206840" y="8257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50289" y="1370266"/>
            <a:ext cx="963294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spc="-15" b="1">
                <a:latin typeface="Calibri"/>
                <a:cs typeface="Calibri"/>
              </a:rPr>
              <a:t>Coding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055" y="2034540"/>
            <a:ext cx="382651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Implemented</a:t>
            </a:r>
            <a:r>
              <a:rPr dirty="0" sz="1250" spc="-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add,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444444"/>
                </a:solidFill>
                <a:latin typeface="Calibri"/>
                <a:cs typeface="Calibri"/>
              </a:rPr>
              <a:t>view,</a:t>
            </a:r>
            <a:r>
              <a:rPr dirty="0" sz="1250" spc="-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filter</a:t>
            </a:r>
            <a:r>
              <a:rPr dirty="0" sz="1250" spc="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monthly</a:t>
            </a:r>
            <a:r>
              <a:rPr dirty="0" sz="1250" spc="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report</a:t>
            </a:r>
            <a:r>
              <a:rPr dirty="0" sz="1250" spc="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modules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05613" y="1143063"/>
            <a:ext cx="5229225" cy="1428750"/>
            <a:chOff x="6305613" y="1143063"/>
            <a:chExt cx="5229225" cy="1428750"/>
          </a:xfrm>
        </p:grpSpPr>
        <p:sp>
          <p:nvSpPr>
            <p:cNvPr id="11" name="object 11"/>
            <p:cNvSpPr/>
            <p:nvPr/>
          </p:nvSpPr>
          <p:spPr>
            <a:xfrm>
              <a:off x="6310376" y="1147825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51464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45946"/>
                  </a:lnTo>
                  <a:lnTo>
                    <a:pt x="5750" y="1374433"/>
                  </a:lnTo>
                  <a:lnTo>
                    <a:pt x="21431" y="1397730"/>
                  </a:lnTo>
                  <a:lnTo>
                    <a:pt x="44684" y="1413454"/>
                  </a:lnTo>
                  <a:lnTo>
                    <a:pt x="73151" y="1419225"/>
                  </a:lnTo>
                  <a:lnTo>
                    <a:pt x="5146421" y="1419225"/>
                  </a:lnTo>
                  <a:lnTo>
                    <a:pt x="5174908" y="1413454"/>
                  </a:lnTo>
                  <a:lnTo>
                    <a:pt x="5198205" y="1397730"/>
                  </a:lnTo>
                  <a:lnTo>
                    <a:pt x="5213929" y="1374433"/>
                  </a:lnTo>
                  <a:lnTo>
                    <a:pt x="5219700" y="1345946"/>
                  </a:lnTo>
                  <a:lnTo>
                    <a:pt x="5219700" y="73151"/>
                  </a:lnTo>
                  <a:lnTo>
                    <a:pt x="5213929" y="44684"/>
                  </a:lnTo>
                  <a:lnTo>
                    <a:pt x="5198205" y="21431"/>
                  </a:lnTo>
                  <a:lnTo>
                    <a:pt x="5174908" y="5750"/>
                  </a:lnTo>
                  <a:lnTo>
                    <a:pt x="5146421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10376" y="1147825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146421" y="0"/>
                  </a:lnTo>
                  <a:lnTo>
                    <a:pt x="5174908" y="5750"/>
                  </a:lnTo>
                  <a:lnTo>
                    <a:pt x="5198205" y="21431"/>
                  </a:lnTo>
                  <a:lnTo>
                    <a:pt x="5213929" y="44684"/>
                  </a:lnTo>
                  <a:lnTo>
                    <a:pt x="5219700" y="73151"/>
                  </a:lnTo>
                  <a:lnTo>
                    <a:pt x="5219700" y="1345946"/>
                  </a:lnTo>
                  <a:lnTo>
                    <a:pt x="5213929" y="1374433"/>
                  </a:lnTo>
                  <a:lnTo>
                    <a:pt x="5198205" y="1397730"/>
                  </a:lnTo>
                  <a:lnTo>
                    <a:pt x="5174908" y="1413454"/>
                  </a:lnTo>
                  <a:lnTo>
                    <a:pt x="5146421" y="1419225"/>
                  </a:lnTo>
                  <a:lnTo>
                    <a:pt x="73151" y="1419225"/>
                  </a:lnTo>
                  <a:lnTo>
                    <a:pt x="44684" y="1413454"/>
                  </a:lnTo>
                  <a:lnTo>
                    <a:pt x="21431" y="1397730"/>
                  </a:lnTo>
                  <a:lnTo>
                    <a:pt x="5750" y="1374433"/>
                  </a:lnTo>
                  <a:lnTo>
                    <a:pt x="0" y="1345946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34150" y="1371599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0"/>
                  </a:moveTo>
                  <a:lnTo>
                    <a:pt x="118886" y="5785"/>
                  </a:lnTo>
                  <a:lnTo>
                    <a:pt x="80207" y="22112"/>
                  </a:lnTo>
                  <a:lnTo>
                    <a:pt x="47434" y="47434"/>
                  </a:lnTo>
                  <a:lnTo>
                    <a:pt x="22112" y="80207"/>
                  </a:lnTo>
                  <a:lnTo>
                    <a:pt x="5785" y="118886"/>
                  </a:lnTo>
                  <a:lnTo>
                    <a:pt x="0" y="161925"/>
                  </a:lnTo>
                  <a:lnTo>
                    <a:pt x="5785" y="204963"/>
                  </a:lnTo>
                  <a:lnTo>
                    <a:pt x="22112" y="243642"/>
                  </a:lnTo>
                  <a:lnTo>
                    <a:pt x="47434" y="276415"/>
                  </a:lnTo>
                  <a:lnTo>
                    <a:pt x="80207" y="301737"/>
                  </a:lnTo>
                  <a:lnTo>
                    <a:pt x="118886" y="318064"/>
                  </a:lnTo>
                  <a:lnTo>
                    <a:pt x="161925" y="323850"/>
                  </a:lnTo>
                  <a:lnTo>
                    <a:pt x="204963" y="318064"/>
                  </a:lnTo>
                  <a:lnTo>
                    <a:pt x="243642" y="301737"/>
                  </a:lnTo>
                  <a:lnTo>
                    <a:pt x="276415" y="276415"/>
                  </a:lnTo>
                  <a:lnTo>
                    <a:pt x="301737" y="243642"/>
                  </a:lnTo>
                  <a:lnTo>
                    <a:pt x="318064" y="204963"/>
                  </a:lnTo>
                  <a:lnTo>
                    <a:pt x="323850" y="161925"/>
                  </a:lnTo>
                  <a:lnTo>
                    <a:pt x="318064" y="118886"/>
                  </a:lnTo>
                  <a:lnTo>
                    <a:pt x="301737" y="80207"/>
                  </a:lnTo>
                  <a:lnTo>
                    <a:pt x="276415" y="47434"/>
                  </a:lnTo>
                  <a:lnTo>
                    <a:pt x="243642" y="22112"/>
                  </a:lnTo>
                  <a:lnTo>
                    <a:pt x="204963" y="578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632575" y="1370266"/>
            <a:ext cx="157035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b="1">
                <a:latin typeface="Calibri"/>
                <a:cs typeface="Calibri"/>
              </a:rPr>
              <a:t>Data</a:t>
            </a:r>
            <a:r>
              <a:rPr dirty="0" baseline="1792" sz="2325" spc="44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Handling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0340" y="2034540"/>
            <a:ext cx="280924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Built</a:t>
            </a:r>
            <a:r>
              <a:rPr dirty="0" sz="1250" spc="-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CSV</a:t>
            </a:r>
            <a:r>
              <a:rPr dirty="0" sz="1250" spc="-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read/write</a:t>
            </a:r>
            <a:r>
              <a:rPr dirty="0" sz="1250" spc="-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layer</a:t>
            </a:r>
            <a:r>
              <a:rPr dirty="0" sz="1250" spc="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using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Pandas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3425" y="2838513"/>
            <a:ext cx="5220335" cy="1419225"/>
            <a:chOff x="733425" y="2838513"/>
            <a:chExt cx="5220335" cy="1419225"/>
          </a:xfrm>
        </p:grpSpPr>
        <p:sp>
          <p:nvSpPr>
            <p:cNvPr id="17" name="object 17"/>
            <p:cNvSpPr/>
            <p:nvPr/>
          </p:nvSpPr>
          <p:spPr>
            <a:xfrm>
              <a:off x="738187" y="2843276"/>
              <a:ext cx="5210810" cy="1409700"/>
            </a:xfrm>
            <a:custGeom>
              <a:avLst/>
              <a:gdLst/>
              <a:ahLst/>
              <a:cxnLst/>
              <a:rect l="l" t="t" r="r" b="b"/>
              <a:pathLst>
                <a:path w="5210810" h="1409700">
                  <a:moveTo>
                    <a:pt x="5137467" y="0"/>
                  </a:moveTo>
                  <a:lnTo>
                    <a:pt x="72758" y="0"/>
                  </a:lnTo>
                  <a:lnTo>
                    <a:pt x="44437" y="5707"/>
                  </a:lnTo>
                  <a:lnTo>
                    <a:pt x="21310" y="21272"/>
                  </a:lnTo>
                  <a:lnTo>
                    <a:pt x="5717" y="44362"/>
                  </a:lnTo>
                  <a:lnTo>
                    <a:pt x="0" y="72644"/>
                  </a:lnTo>
                  <a:lnTo>
                    <a:pt x="0" y="1336929"/>
                  </a:lnTo>
                  <a:lnTo>
                    <a:pt x="5717" y="1365230"/>
                  </a:lnTo>
                  <a:lnTo>
                    <a:pt x="21310" y="1388364"/>
                  </a:lnTo>
                  <a:lnTo>
                    <a:pt x="44437" y="1403973"/>
                  </a:lnTo>
                  <a:lnTo>
                    <a:pt x="72758" y="1409700"/>
                  </a:lnTo>
                  <a:lnTo>
                    <a:pt x="5137467" y="1409700"/>
                  </a:lnTo>
                  <a:lnTo>
                    <a:pt x="5165768" y="1403973"/>
                  </a:lnTo>
                  <a:lnTo>
                    <a:pt x="5188902" y="1388364"/>
                  </a:lnTo>
                  <a:lnTo>
                    <a:pt x="5204511" y="1365230"/>
                  </a:lnTo>
                  <a:lnTo>
                    <a:pt x="5210238" y="1336929"/>
                  </a:lnTo>
                  <a:lnTo>
                    <a:pt x="5210238" y="72644"/>
                  </a:lnTo>
                  <a:lnTo>
                    <a:pt x="5204511" y="44362"/>
                  </a:lnTo>
                  <a:lnTo>
                    <a:pt x="5188902" y="21272"/>
                  </a:lnTo>
                  <a:lnTo>
                    <a:pt x="5165768" y="5707"/>
                  </a:lnTo>
                  <a:lnTo>
                    <a:pt x="5137467" y="0"/>
                  </a:lnTo>
                  <a:close/>
                </a:path>
              </a:pathLst>
            </a:custGeom>
            <a:solidFill>
              <a:srgbClr val="FBF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38187" y="2843276"/>
              <a:ext cx="5210810" cy="1409700"/>
            </a:xfrm>
            <a:custGeom>
              <a:avLst/>
              <a:gdLst/>
              <a:ahLst/>
              <a:cxnLst/>
              <a:rect l="l" t="t" r="r" b="b"/>
              <a:pathLst>
                <a:path w="5210810" h="1409700">
                  <a:moveTo>
                    <a:pt x="0" y="72644"/>
                  </a:moveTo>
                  <a:lnTo>
                    <a:pt x="5717" y="44362"/>
                  </a:lnTo>
                  <a:lnTo>
                    <a:pt x="21310" y="21272"/>
                  </a:lnTo>
                  <a:lnTo>
                    <a:pt x="44437" y="5707"/>
                  </a:lnTo>
                  <a:lnTo>
                    <a:pt x="72758" y="0"/>
                  </a:lnTo>
                  <a:lnTo>
                    <a:pt x="5137467" y="0"/>
                  </a:lnTo>
                  <a:lnTo>
                    <a:pt x="5165768" y="5707"/>
                  </a:lnTo>
                  <a:lnTo>
                    <a:pt x="5188902" y="21272"/>
                  </a:lnTo>
                  <a:lnTo>
                    <a:pt x="5204511" y="44362"/>
                  </a:lnTo>
                  <a:lnTo>
                    <a:pt x="5210238" y="72644"/>
                  </a:lnTo>
                  <a:lnTo>
                    <a:pt x="5210238" y="1336929"/>
                  </a:lnTo>
                  <a:lnTo>
                    <a:pt x="5204511" y="1365230"/>
                  </a:lnTo>
                  <a:lnTo>
                    <a:pt x="5188902" y="1388364"/>
                  </a:lnTo>
                  <a:lnTo>
                    <a:pt x="5165768" y="1403973"/>
                  </a:lnTo>
                  <a:lnTo>
                    <a:pt x="5137467" y="1409700"/>
                  </a:lnTo>
                  <a:lnTo>
                    <a:pt x="72758" y="1409700"/>
                  </a:lnTo>
                  <a:lnTo>
                    <a:pt x="44437" y="1403973"/>
                  </a:lnTo>
                  <a:lnTo>
                    <a:pt x="21310" y="1388364"/>
                  </a:lnTo>
                  <a:lnTo>
                    <a:pt x="5717" y="1365230"/>
                  </a:lnTo>
                  <a:lnTo>
                    <a:pt x="0" y="1336929"/>
                  </a:lnTo>
                  <a:lnTo>
                    <a:pt x="0" y="72644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62025" y="30670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0"/>
                  </a:move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807"/>
                  </a:lnTo>
                  <a:lnTo>
                    <a:pt x="30321" y="249969"/>
                  </a:lnTo>
                  <a:lnTo>
                    <a:pt x="64341" y="283999"/>
                  </a:lnTo>
                  <a:lnTo>
                    <a:pt x="107484" y="306312"/>
                  </a:lnTo>
                  <a:lnTo>
                    <a:pt x="157162" y="314325"/>
                  </a:lnTo>
                  <a:lnTo>
                    <a:pt x="206840" y="306312"/>
                  </a:lnTo>
                  <a:lnTo>
                    <a:pt x="249983" y="283999"/>
                  </a:lnTo>
                  <a:lnTo>
                    <a:pt x="284003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3" y="64328"/>
                  </a:lnTo>
                  <a:lnTo>
                    <a:pt x="249983" y="30317"/>
                  </a:lnTo>
                  <a:lnTo>
                    <a:pt x="206840" y="8011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50289" y="3064192"/>
            <a:ext cx="14535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spc="-15" b="1">
                <a:latin typeface="Calibri"/>
                <a:cs typeface="Calibri"/>
              </a:rPr>
              <a:t>Visualisation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8055" y="3728021"/>
            <a:ext cx="363029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Created bar</a:t>
            </a:r>
            <a:r>
              <a:rPr dirty="0" sz="1250" spc="-7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 pie</a:t>
            </a:r>
            <a:r>
              <a:rPr dirty="0" sz="1250" spc="-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charts</a:t>
            </a:r>
            <a:r>
              <a:rPr dirty="0" sz="1250" spc="-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with Matplotlib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250" spc="-7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Seaborn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05613" y="2838513"/>
            <a:ext cx="5229225" cy="1419225"/>
            <a:chOff x="6305613" y="2838513"/>
            <a:chExt cx="5229225" cy="1419225"/>
          </a:xfrm>
        </p:grpSpPr>
        <p:sp>
          <p:nvSpPr>
            <p:cNvPr id="23" name="object 23"/>
            <p:cNvSpPr/>
            <p:nvPr/>
          </p:nvSpPr>
          <p:spPr>
            <a:xfrm>
              <a:off x="6310376" y="2843276"/>
              <a:ext cx="5219700" cy="1409700"/>
            </a:xfrm>
            <a:custGeom>
              <a:avLst/>
              <a:gdLst/>
              <a:ahLst/>
              <a:cxnLst/>
              <a:rect l="l" t="t" r="r" b="b"/>
              <a:pathLst>
                <a:path w="5219700" h="1409700">
                  <a:moveTo>
                    <a:pt x="5146929" y="0"/>
                  </a:moveTo>
                  <a:lnTo>
                    <a:pt x="72644" y="0"/>
                  </a:lnTo>
                  <a:lnTo>
                    <a:pt x="44362" y="5707"/>
                  </a:lnTo>
                  <a:lnTo>
                    <a:pt x="21272" y="21272"/>
                  </a:lnTo>
                  <a:lnTo>
                    <a:pt x="5707" y="44362"/>
                  </a:lnTo>
                  <a:lnTo>
                    <a:pt x="0" y="72644"/>
                  </a:lnTo>
                  <a:lnTo>
                    <a:pt x="0" y="1336929"/>
                  </a:lnTo>
                  <a:lnTo>
                    <a:pt x="5707" y="1365230"/>
                  </a:lnTo>
                  <a:lnTo>
                    <a:pt x="21272" y="1388364"/>
                  </a:lnTo>
                  <a:lnTo>
                    <a:pt x="44362" y="1403973"/>
                  </a:lnTo>
                  <a:lnTo>
                    <a:pt x="72644" y="1409700"/>
                  </a:lnTo>
                  <a:lnTo>
                    <a:pt x="5146929" y="1409700"/>
                  </a:lnTo>
                  <a:lnTo>
                    <a:pt x="5175230" y="1403973"/>
                  </a:lnTo>
                  <a:lnTo>
                    <a:pt x="5198363" y="1388364"/>
                  </a:lnTo>
                  <a:lnTo>
                    <a:pt x="5213973" y="1365230"/>
                  </a:lnTo>
                  <a:lnTo>
                    <a:pt x="5219700" y="1336929"/>
                  </a:lnTo>
                  <a:lnTo>
                    <a:pt x="5219700" y="72644"/>
                  </a:lnTo>
                  <a:lnTo>
                    <a:pt x="5213973" y="44362"/>
                  </a:lnTo>
                  <a:lnTo>
                    <a:pt x="5198364" y="21272"/>
                  </a:lnTo>
                  <a:lnTo>
                    <a:pt x="5175230" y="5707"/>
                  </a:lnTo>
                  <a:lnTo>
                    <a:pt x="5146929" y="0"/>
                  </a:lnTo>
                  <a:close/>
                </a:path>
              </a:pathLst>
            </a:custGeom>
            <a:solidFill>
              <a:srgbClr val="F8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10376" y="2843276"/>
              <a:ext cx="5219700" cy="1409700"/>
            </a:xfrm>
            <a:custGeom>
              <a:avLst/>
              <a:gdLst/>
              <a:ahLst/>
              <a:cxnLst/>
              <a:rect l="l" t="t" r="r" b="b"/>
              <a:pathLst>
                <a:path w="5219700" h="1409700">
                  <a:moveTo>
                    <a:pt x="0" y="72644"/>
                  </a:moveTo>
                  <a:lnTo>
                    <a:pt x="5707" y="44362"/>
                  </a:lnTo>
                  <a:lnTo>
                    <a:pt x="21272" y="21272"/>
                  </a:lnTo>
                  <a:lnTo>
                    <a:pt x="44362" y="5707"/>
                  </a:lnTo>
                  <a:lnTo>
                    <a:pt x="72644" y="0"/>
                  </a:lnTo>
                  <a:lnTo>
                    <a:pt x="5146929" y="0"/>
                  </a:lnTo>
                  <a:lnTo>
                    <a:pt x="5175230" y="5707"/>
                  </a:lnTo>
                  <a:lnTo>
                    <a:pt x="5198364" y="21272"/>
                  </a:lnTo>
                  <a:lnTo>
                    <a:pt x="5213973" y="44362"/>
                  </a:lnTo>
                  <a:lnTo>
                    <a:pt x="5219700" y="72644"/>
                  </a:lnTo>
                  <a:lnTo>
                    <a:pt x="5219700" y="1336929"/>
                  </a:lnTo>
                  <a:lnTo>
                    <a:pt x="5213973" y="1365230"/>
                  </a:lnTo>
                  <a:lnTo>
                    <a:pt x="5198363" y="1388364"/>
                  </a:lnTo>
                  <a:lnTo>
                    <a:pt x="5175230" y="1403973"/>
                  </a:lnTo>
                  <a:lnTo>
                    <a:pt x="5146929" y="1409700"/>
                  </a:lnTo>
                  <a:lnTo>
                    <a:pt x="72644" y="1409700"/>
                  </a:lnTo>
                  <a:lnTo>
                    <a:pt x="44362" y="1403973"/>
                  </a:lnTo>
                  <a:lnTo>
                    <a:pt x="21272" y="1388364"/>
                  </a:lnTo>
                  <a:lnTo>
                    <a:pt x="5707" y="1365230"/>
                  </a:lnTo>
                  <a:lnTo>
                    <a:pt x="0" y="1336929"/>
                  </a:lnTo>
                  <a:lnTo>
                    <a:pt x="0" y="72644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34150" y="3067050"/>
              <a:ext cx="323850" cy="314325"/>
            </a:xfrm>
            <a:custGeom>
              <a:avLst/>
              <a:gdLst/>
              <a:ahLst/>
              <a:cxnLst/>
              <a:rect l="l" t="t" r="r" b="b"/>
              <a:pathLst>
                <a:path w="323850" h="314325">
                  <a:moveTo>
                    <a:pt x="161925" y="0"/>
                  </a:moveTo>
                  <a:lnTo>
                    <a:pt x="110752" y="8011"/>
                  </a:lnTo>
                  <a:lnTo>
                    <a:pt x="66303" y="30317"/>
                  </a:lnTo>
                  <a:lnTo>
                    <a:pt x="31248" y="64328"/>
                  </a:lnTo>
                  <a:lnTo>
                    <a:pt x="8257" y="107452"/>
                  </a:lnTo>
                  <a:lnTo>
                    <a:pt x="0" y="157099"/>
                  </a:lnTo>
                  <a:lnTo>
                    <a:pt x="8257" y="206807"/>
                  </a:lnTo>
                  <a:lnTo>
                    <a:pt x="31248" y="249969"/>
                  </a:lnTo>
                  <a:lnTo>
                    <a:pt x="66303" y="283999"/>
                  </a:lnTo>
                  <a:lnTo>
                    <a:pt x="110752" y="306312"/>
                  </a:lnTo>
                  <a:lnTo>
                    <a:pt x="161925" y="314325"/>
                  </a:lnTo>
                  <a:lnTo>
                    <a:pt x="213097" y="306312"/>
                  </a:lnTo>
                  <a:lnTo>
                    <a:pt x="257546" y="283999"/>
                  </a:lnTo>
                  <a:lnTo>
                    <a:pt x="292601" y="249969"/>
                  </a:lnTo>
                  <a:lnTo>
                    <a:pt x="315592" y="206807"/>
                  </a:lnTo>
                  <a:lnTo>
                    <a:pt x="323850" y="157099"/>
                  </a:lnTo>
                  <a:lnTo>
                    <a:pt x="315592" y="107452"/>
                  </a:lnTo>
                  <a:lnTo>
                    <a:pt x="292601" y="64328"/>
                  </a:lnTo>
                  <a:lnTo>
                    <a:pt x="257546" y="30317"/>
                  </a:lnTo>
                  <a:lnTo>
                    <a:pt x="213097" y="8011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632575" y="3064192"/>
            <a:ext cx="9709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spc="-15" b="1">
                <a:latin typeface="Calibri"/>
                <a:cs typeface="Calibri"/>
              </a:rPr>
              <a:t>Testing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30340" y="3728021"/>
            <a:ext cx="373316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Verified</a:t>
            </a:r>
            <a:r>
              <a:rPr dirty="0" sz="1250" spc="-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each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module</a:t>
            </a:r>
            <a:r>
              <a:rPr dirty="0" sz="1250" spc="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with</a:t>
            </a:r>
            <a:r>
              <a:rPr dirty="0" sz="1250" spc="-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sample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data,</a:t>
            </a:r>
            <a:r>
              <a:rPr dirty="0" sz="1250" spc="-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fixed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 input</a:t>
            </a:r>
            <a:r>
              <a:rPr dirty="0" sz="1250" spc="-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errors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3425" y="4524438"/>
            <a:ext cx="5220335" cy="1428750"/>
            <a:chOff x="733425" y="4524438"/>
            <a:chExt cx="5220335" cy="1428750"/>
          </a:xfrm>
        </p:grpSpPr>
        <p:sp>
          <p:nvSpPr>
            <p:cNvPr id="29" name="object 29"/>
            <p:cNvSpPr/>
            <p:nvPr/>
          </p:nvSpPr>
          <p:spPr>
            <a:xfrm>
              <a:off x="738187" y="4529201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5136959" y="0"/>
                  </a:moveTo>
                  <a:lnTo>
                    <a:pt x="73240" y="0"/>
                  </a:lnTo>
                  <a:lnTo>
                    <a:pt x="44732" y="5750"/>
                  </a:lnTo>
                  <a:lnTo>
                    <a:pt x="21451" y="21431"/>
                  </a:lnTo>
                  <a:lnTo>
                    <a:pt x="5755" y="44684"/>
                  </a:lnTo>
                  <a:lnTo>
                    <a:pt x="0" y="73151"/>
                  </a:lnTo>
                  <a:lnTo>
                    <a:pt x="0" y="1345920"/>
                  </a:lnTo>
                  <a:lnTo>
                    <a:pt x="5755" y="1374429"/>
                  </a:lnTo>
                  <a:lnTo>
                    <a:pt x="21451" y="1397709"/>
                  </a:lnTo>
                  <a:lnTo>
                    <a:pt x="44732" y="1413405"/>
                  </a:lnTo>
                  <a:lnTo>
                    <a:pt x="73240" y="1419161"/>
                  </a:lnTo>
                  <a:lnTo>
                    <a:pt x="5136959" y="1419161"/>
                  </a:lnTo>
                  <a:lnTo>
                    <a:pt x="5165447" y="1413405"/>
                  </a:lnTo>
                  <a:lnTo>
                    <a:pt x="5188743" y="1397709"/>
                  </a:lnTo>
                  <a:lnTo>
                    <a:pt x="5204467" y="1374429"/>
                  </a:lnTo>
                  <a:lnTo>
                    <a:pt x="5210238" y="1345920"/>
                  </a:lnTo>
                  <a:lnTo>
                    <a:pt x="5210238" y="73151"/>
                  </a:lnTo>
                  <a:lnTo>
                    <a:pt x="5204467" y="44684"/>
                  </a:lnTo>
                  <a:lnTo>
                    <a:pt x="5188743" y="21431"/>
                  </a:lnTo>
                  <a:lnTo>
                    <a:pt x="5165447" y="5750"/>
                  </a:lnTo>
                  <a:lnTo>
                    <a:pt x="5136959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38187" y="4529201"/>
              <a:ext cx="5210810" cy="1419225"/>
            </a:xfrm>
            <a:custGeom>
              <a:avLst/>
              <a:gdLst/>
              <a:ahLst/>
              <a:cxnLst/>
              <a:rect l="l" t="t" r="r" b="b"/>
              <a:pathLst>
                <a:path w="5210810" h="1419225">
                  <a:moveTo>
                    <a:pt x="0" y="73151"/>
                  </a:moveTo>
                  <a:lnTo>
                    <a:pt x="5755" y="44684"/>
                  </a:lnTo>
                  <a:lnTo>
                    <a:pt x="21451" y="21431"/>
                  </a:lnTo>
                  <a:lnTo>
                    <a:pt x="44732" y="5750"/>
                  </a:lnTo>
                  <a:lnTo>
                    <a:pt x="73240" y="0"/>
                  </a:lnTo>
                  <a:lnTo>
                    <a:pt x="5136959" y="0"/>
                  </a:lnTo>
                  <a:lnTo>
                    <a:pt x="5165447" y="5750"/>
                  </a:lnTo>
                  <a:lnTo>
                    <a:pt x="5188743" y="21431"/>
                  </a:lnTo>
                  <a:lnTo>
                    <a:pt x="5204467" y="44684"/>
                  </a:lnTo>
                  <a:lnTo>
                    <a:pt x="5210238" y="73151"/>
                  </a:lnTo>
                  <a:lnTo>
                    <a:pt x="5210238" y="1345920"/>
                  </a:lnTo>
                  <a:lnTo>
                    <a:pt x="5204467" y="1374429"/>
                  </a:lnTo>
                  <a:lnTo>
                    <a:pt x="5188743" y="1397709"/>
                  </a:lnTo>
                  <a:lnTo>
                    <a:pt x="5165447" y="1413405"/>
                  </a:lnTo>
                  <a:lnTo>
                    <a:pt x="5136959" y="1419161"/>
                  </a:lnTo>
                  <a:lnTo>
                    <a:pt x="73240" y="1419161"/>
                  </a:lnTo>
                  <a:lnTo>
                    <a:pt x="44732" y="1413405"/>
                  </a:lnTo>
                  <a:lnTo>
                    <a:pt x="21451" y="1397709"/>
                  </a:lnTo>
                  <a:lnTo>
                    <a:pt x="5755" y="1374429"/>
                  </a:lnTo>
                  <a:lnTo>
                    <a:pt x="0" y="1345920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62025" y="4752975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162" y="0"/>
                  </a:moveTo>
                  <a:lnTo>
                    <a:pt x="107484" y="8257"/>
                  </a:lnTo>
                  <a:lnTo>
                    <a:pt x="64341" y="31248"/>
                  </a:lnTo>
                  <a:lnTo>
                    <a:pt x="30321" y="66303"/>
                  </a:lnTo>
                  <a:lnTo>
                    <a:pt x="8011" y="110752"/>
                  </a:lnTo>
                  <a:lnTo>
                    <a:pt x="0" y="161925"/>
                  </a:lnTo>
                  <a:lnTo>
                    <a:pt x="8011" y="213097"/>
                  </a:lnTo>
                  <a:lnTo>
                    <a:pt x="30321" y="257546"/>
                  </a:lnTo>
                  <a:lnTo>
                    <a:pt x="64341" y="292601"/>
                  </a:lnTo>
                  <a:lnTo>
                    <a:pt x="107484" y="315592"/>
                  </a:lnTo>
                  <a:lnTo>
                    <a:pt x="157162" y="323850"/>
                  </a:lnTo>
                  <a:lnTo>
                    <a:pt x="206840" y="315592"/>
                  </a:lnTo>
                  <a:lnTo>
                    <a:pt x="249983" y="292601"/>
                  </a:lnTo>
                  <a:lnTo>
                    <a:pt x="284003" y="257546"/>
                  </a:lnTo>
                  <a:lnTo>
                    <a:pt x="306313" y="213097"/>
                  </a:lnTo>
                  <a:lnTo>
                    <a:pt x="314325" y="161925"/>
                  </a:lnTo>
                  <a:lnTo>
                    <a:pt x="306313" y="110752"/>
                  </a:lnTo>
                  <a:lnTo>
                    <a:pt x="284003" y="66303"/>
                  </a:lnTo>
                  <a:lnTo>
                    <a:pt x="249983" y="31248"/>
                  </a:lnTo>
                  <a:lnTo>
                    <a:pt x="206840" y="8257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50289" y="4758690"/>
            <a:ext cx="210248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b="1">
                <a:latin typeface="Calibri"/>
                <a:cs typeface="Calibri"/>
              </a:rPr>
              <a:t>GitHub</a:t>
            </a:r>
            <a:r>
              <a:rPr dirty="0" baseline="1792" sz="2325" spc="247" b="1">
                <a:latin typeface="Calibri"/>
                <a:cs typeface="Calibri"/>
              </a:rPr>
              <a:t> </a:t>
            </a:r>
            <a:r>
              <a:rPr dirty="0" baseline="1792" sz="2325" spc="-15" b="1">
                <a:latin typeface="Calibri"/>
                <a:cs typeface="Calibri"/>
              </a:rPr>
              <a:t>Contribution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8055" y="5421947"/>
            <a:ext cx="3265804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Maintained </a:t>
            </a:r>
            <a:r>
              <a:rPr dirty="0" sz="1250" spc="-20">
                <a:solidFill>
                  <a:srgbClr val="444444"/>
                </a:solidFill>
                <a:latin typeface="Calibri"/>
                <a:cs typeface="Calibri"/>
              </a:rPr>
              <a:t>repository,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made</a:t>
            </a:r>
            <a:r>
              <a:rPr dirty="0" sz="1250" spc="-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meaningful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commits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05613" y="4524438"/>
            <a:ext cx="5229225" cy="1428750"/>
            <a:chOff x="6305613" y="4524438"/>
            <a:chExt cx="5229225" cy="1428750"/>
          </a:xfrm>
        </p:grpSpPr>
        <p:sp>
          <p:nvSpPr>
            <p:cNvPr id="35" name="object 35"/>
            <p:cNvSpPr/>
            <p:nvPr/>
          </p:nvSpPr>
          <p:spPr>
            <a:xfrm>
              <a:off x="6310376" y="4529201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51464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45920"/>
                  </a:lnTo>
                  <a:lnTo>
                    <a:pt x="5750" y="1374429"/>
                  </a:lnTo>
                  <a:lnTo>
                    <a:pt x="21431" y="1397709"/>
                  </a:lnTo>
                  <a:lnTo>
                    <a:pt x="44684" y="1413405"/>
                  </a:lnTo>
                  <a:lnTo>
                    <a:pt x="73151" y="1419161"/>
                  </a:lnTo>
                  <a:lnTo>
                    <a:pt x="5146421" y="1419161"/>
                  </a:lnTo>
                  <a:lnTo>
                    <a:pt x="5174908" y="1413405"/>
                  </a:lnTo>
                  <a:lnTo>
                    <a:pt x="5198205" y="1397709"/>
                  </a:lnTo>
                  <a:lnTo>
                    <a:pt x="5213929" y="1374429"/>
                  </a:lnTo>
                  <a:lnTo>
                    <a:pt x="5219700" y="1345920"/>
                  </a:lnTo>
                  <a:lnTo>
                    <a:pt x="5219700" y="73151"/>
                  </a:lnTo>
                  <a:lnTo>
                    <a:pt x="5213929" y="44684"/>
                  </a:lnTo>
                  <a:lnTo>
                    <a:pt x="5198205" y="21431"/>
                  </a:lnTo>
                  <a:lnTo>
                    <a:pt x="5174908" y="5750"/>
                  </a:lnTo>
                  <a:lnTo>
                    <a:pt x="5146421" y="0"/>
                  </a:lnTo>
                  <a:close/>
                </a:path>
              </a:pathLst>
            </a:custGeom>
            <a:solidFill>
              <a:srgbClr val="DFEF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10376" y="4529201"/>
              <a:ext cx="5219700" cy="1419225"/>
            </a:xfrm>
            <a:custGeom>
              <a:avLst/>
              <a:gdLst/>
              <a:ahLst/>
              <a:cxnLst/>
              <a:rect l="l" t="t" r="r" b="b"/>
              <a:pathLst>
                <a:path w="5219700" h="14192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146421" y="0"/>
                  </a:lnTo>
                  <a:lnTo>
                    <a:pt x="5174908" y="5750"/>
                  </a:lnTo>
                  <a:lnTo>
                    <a:pt x="5198205" y="21431"/>
                  </a:lnTo>
                  <a:lnTo>
                    <a:pt x="5213929" y="44684"/>
                  </a:lnTo>
                  <a:lnTo>
                    <a:pt x="5219700" y="73151"/>
                  </a:lnTo>
                  <a:lnTo>
                    <a:pt x="5219700" y="1345920"/>
                  </a:lnTo>
                  <a:lnTo>
                    <a:pt x="5213929" y="1374429"/>
                  </a:lnTo>
                  <a:lnTo>
                    <a:pt x="5198205" y="1397709"/>
                  </a:lnTo>
                  <a:lnTo>
                    <a:pt x="5174908" y="1413405"/>
                  </a:lnTo>
                  <a:lnTo>
                    <a:pt x="5146421" y="1419161"/>
                  </a:lnTo>
                  <a:lnTo>
                    <a:pt x="73151" y="1419161"/>
                  </a:lnTo>
                  <a:lnTo>
                    <a:pt x="44684" y="1413405"/>
                  </a:lnTo>
                  <a:lnTo>
                    <a:pt x="21431" y="1397709"/>
                  </a:lnTo>
                  <a:lnTo>
                    <a:pt x="5750" y="1374429"/>
                  </a:lnTo>
                  <a:lnTo>
                    <a:pt x="0" y="1345920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34150" y="47529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0"/>
                  </a:moveTo>
                  <a:lnTo>
                    <a:pt x="118886" y="5785"/>
                  </a:lnTo>
                  <a:lnTo>
                    <a:pt x="80207" y="22112"/>
                  </a:lnTo>
                  <a:lnTo>
                    <a:pt x="47434" y="47434"/>
                  </a:lnTo>
                  <a:lnTo>
                    <a:pt x="22112" y="80207"/>
                  </a:lnTo>
                  <a:lnTo>
                    <a:pt x="5785" y="118886"/>
                  </a:lnTo>
                  <a:lnTo>
                    <a:pt x="0" y="161925"/>
                  </a:lnTo>
                  <a:lnTo>
                    <a:pt x="5785" y="204963"/>
                  </a:lnTo>
                  <a:lnTo>
                    <a:pt x="22112" y="243642"/>
                  </a:lnTo>
                  <a:lnTo>
                    <a:pt x="47434" y="276415"/>
                  </a:lnTo>
                  <a:lnTo>
                    <a:pt x="80207" y="301737"/>
                  </a:lnTo>
                  <a:lnTo>
                    <a:pt x="118886" y="318064"/>
                  </a:lnTo>
                  <a:lnTo>
                    <a:pt x="161925" y="323850"/>
                  </a:lnTo>
                  <a:lnTo>
                    <a:pt x="204963" y="318064"/>
                  </a:lnTo>
                  <a:lnTo>
                    <a:pt x="243642" y="301737"/>
                  </a:lnTo>
                  <a:lnTo>
                    <a:pt x="276415" y="276415"/>
                  </a:lnTo>
                  <a:lnTo>
                    <a:pt x="301737" y="243642"/>
                  </a:lnTo>
                  <a:lnTo>
                    <a:pt x="318064" y="204963"/>
                  </a:lnTo>
                  <a:lnTo>
                    <a:pt x="323850" y="161925"/>
                  </a:lnTo>
                  <a:lnTo>
                    <a:pt x="318064" y="118886"/>
                  </a:lnTo>
                  <a:lnTo>
                    <a:pt x="301737" y="80207"/>
                  </a:lnTo>
                  <a:lnTo>
                    <a:pt x="276415" y="47434"/>
                  </a:lnTo>
                  <a:lnTo>
                    <a:pt x="243642" y="22112"/>
                  </a:lnTo>
                  <a:lnTo>
                    <a:pt x="204963" y="578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F5C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632575" y="4758690"/>
            <a:ext cx="224028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665" algn="l"/>
              </a:tabLst>
            </a:pPr>
            <a:r>
              <a:rPr dirty="0" sz="1100" spc="-5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dirty="0" sz="110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dirty="0" baseline="1792" sz="2325" b="1">
                <a:latin typeface="Calibri"/>
                <a:cs typeface="Calibri"/>
              </a:rPr>
              <a:t>Documentation</a:t>
            </a:r>
            <a:r>
              <a:rPr dirty="0" baseline="1792" sz="2325" spc="247" b="1">
                <a:latin typeface="Calibri"/>
                <a:cs typeface="Calibri"/>
              </a:rPr>
              <a:t> </a:t>
            </a:r>
            <a:r>
              <a:rPr dirty="0" baseline="1792" sz="2325" b="1">
                <a:latin typeface="Calibri"/>
                <a:cs typeface="Calibri"/>
              </a:rPr>
              <a:t>&amp;</a:t>
            </a:r>
            <a:r>
              <a:rPr dirty="0" baseline="1792" sz="2325" spc="44" b="1">
                <a:latin typeface="Calibri"/>
                <a:cs typeface="Calibri"/>
              </a:rPr>
              <a:t> </a:t>
            </a:r>
            <a:r>
              <a:rPr dirty="0" baseline="1792" sz="2325" spc="-37" b="1">
                <a:latin typeface="Calibri"/>
                <a:cs typeface="Calibri"/>
              </a:rPr>
              <a:t>PPT</a:t>
            </a:r>
            <a:endParaRPr baseline="1792" sz="2325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30340" y="5421947"/>
            <a:ext cx="354647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Prepared</a:t>
            </a:r>
            <a:r>
              <a:rPr dirty="0" sz="1250" spc="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project</a:t>
            </a:r>
            <a:r>
              <a:rPr dirty="0" sz="1250" spc="-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documentation</a:t>
            </a:r>
            <a:r>
              <a:rPr dirty="0" sz="1250" spc="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dirty="0" sz="1250" spc="-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44444"/>
                </a:solidFill>
                <a:latin typeface="Calibri"/>
                <a:cs typeface="Calibri"/>
              </a:rPr>
              <a:t>this</a:t>
            </a:r>
            <a:r>
              <a:rPr dirty="0" sz="1250" spc="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44444"/>
                </a:solidFill>
                <a:latin typeface="Calibri"/>
                <a:cs typeface="Calibri"/>
              </a:rPr>
              <a:t>presentation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0521" y="3108325"/>
            <a:ext cx="2313940" cy="6667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>
                <a:solidFill>
                  <a:srgbClr val="1F3863"/>
                </a:solidFill>
              </a:rPr>
              <a:t>Thank</a:t>
            </a:r>
            <a:r>
              <a:rPr dirty="0" sz="4200" spc="-15">
                <a:solidFill>
                  <a:srgbClr val="1F3863"/>
                </a:solidFill>
              </a:rPr>
              <a:t> </a:t>
            </a:r>
            <a:r>
              <a:rPr dirty="0" sz="4200" spc="-85">
                <a:solidFill>
                  <a:srgbClr val="1F3863"/>
                </a:solidFill>
              </a:rPr>
              <a:t>You</a:t>
            </a:r>
            <a:endParaRPr sz="4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S.</a:t>
            </a:r>
            <a:r>
              <a:rPr dirty="0" spc="-60"/>
              <a:t> </a:t>
            </a:r>
            <a:r>
              <a:rPr dirty="0"/>
              <a:t>B.</a:t>
            </a:r>
            <a:r>
              <a:rPr dirty="0" spc="-55"/>
              <a:t> </a:t>
            </a:r>
            <a:r>
              <a:rPr dirty="0"/>
              <a:t>Jain</a:t>
            </a:r>
            <a:r>
              <a:rPr dirty="0" spc="5"/>
              <a:t> </a:t>
            </a:r>
            <a:r>
              <a:rPr dirty="0" spc="-10"/>
              <a:t>Institute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Technology</a:t>
            </a:r>
            <a:r>
              <a:rPr dirty="0" spc="-40"/>
              <a:t> </a:t>
            </a:r>
            <a:r>
              <a:rPr dirty="0" spc="-10"/>
              <a:t>Management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Research,</a:t>
            </a:r>
            <a:r>
              <a:rPr dirty="0" spc="25"/>
              <a:t> </a:t>
            </a:r>
            <a:r>
              <a:rPr dirty="0" spc="-10"/>
              <a:t>Nagpur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2026-09-21T13:47:22Z</dcterms:created>
  <dcterms:modified xsi:type="dcterms:W3CDTF">2026-09-21T13:47:22Z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2026-09-19T00:00:00Z</vt:filetime>
  </property>
  <property fmtid="{D5CDD505-2E9C-101B-9397-08002B2CF9AE}" pid="4" name="LastSaved">
    <vt:filetime>2026-09-21T00:00:00Z</vt:filetime>
  </property>
</Properties>
</file>